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2"/>
  </p:notesMasterIdLst>
  <p:sldIdLst>
    <p:sldId id="298" r:id="rId2"/>
    <p:sldId id="304" r:id="rId3"/>
    <p:sldId id="303" r:id="rId4"/>
    <p:sldId id="272" r:id="rId5"/>
    <p:sldId id="288" r:id="rId6"/>
    <p:sldId id="289" r:id="rId7"/>
    <p:sldId id="290" r:id="rId8"/>
    <p:sldId id="284" r:id="rId9"/>
    <p:sldId id="292" r:id="rId10"/>
    <p:sldId id="293" r:id="rId11"/>
    <p:sldId id="294" r:id="rId12"/>
    <p:sldId id="296" r:id="rId13"/>
    <p:sldId id="279" r:id="rId14"/>
    <p:sldId id="286" r:id="rId15"/>
    <p:sldId id="287" r:id="rId16"/>
    <p:sldId id="297" r:id="rId17"/>
    <p:sldId id="299" r:id="rId18"/>
    <p:sldId id="302" r:id="rId19"/>
    <p:sldId id="300" r:id="rId20"/>
    <p:sldId id="301" r:id="rId21"/>
  </p:sldIdLst>
  <p:sldSz cx="7199313" cy="15479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E3D63E0-FAEA-4F05-B598-356AAF189B6B}">
          <p14:sldIdLst>
            <p14:sldId id="298"/>
            <p14:sldId id="304"/>
            <p14:sldId id="303"/>
            <p14:sldId id="272"/>
            <p14:sldId id="288"/>
            <p14:sldId id="289"/>
            <p14:sldId id="290"/>
            <p14:sldId id="284"/>
            <p14:sldId id="292"/>
            <p14:sldId id="293"/>
            <p14:sldId id="294"/>
            <p14:sldId id="296"/>
            <p14:sldId id="279"/>
            <p14:sldId id="286"/>
            <p14:sldId id="287"/>
          </p14:sldIdLst>
        </p14:section>
        <p14:section name="삭제구역" id="{65082D41-4A5F-43EB-90B9-D5BEAE7C9D55}">
          <p14:sldIdLst>
            <p14:sldId id="297"/>
            <p14:sldId id="299"/>
            <p14:sldId id="302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37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혜진 나" initials="혜나" lastIdx="1" clrIdx="0">
    <p:extLst>
      <p:ext uri="{19B8F6BF-5375-455C-9EA6-DF929625EA0E}">
        <p15:presenceInfo xmlns:p15="http://schemas.microsoft.com/office/powerpoint/2012/main" userId="1f47e95ad5b8d4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6"/>
    <a:srgbClr val="FE9802"/>
    <a:srgbClr val="FE9902"/>
    <a:srgbClr val="FFE716"/>
    <a:srgbClr val="FE9502"/>
    <a:srgbClr val="FED100"/>
    <a:srgbClr val="606268"/>
    <a:srgbClr val="3A3B3F"/>
    <a:srgbClr val="A87C00"/>
    <a:srgbClr val="FFE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3" autoAdjust="0"/>
    <p:restoredTop sz="94660"/>
  </p:normalViewPr>
  <p:slideViewPr>
    <p:cSldViewPr snapToGrid="0">
      <p:cViewPr>
        <p:scale>
          <a:sx n="33" d="100"/>
          <a:sy n="33" d="100"/>
        </p:scale>
        <p:origin x="2982" y="822"/>
      </p:cViewPr>
      <p:guideLst>
        <p:guide orient="horz" pos="4837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23510-7DA6-4B41-91EA-9E58E9973C21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711450" y="1143000"/>
            <a:ext cx="1435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CE4B3-A642-40A5-99F5-1EC656180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17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80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B9388-D041-DCD5-B49D-0F4CAF69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61E271-4CE8-FEF5-D420-E9874ED66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C08322-CC88-7177-63FF-3FEDF06D1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B62974-8510-E0B8-10DA-4C482A853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20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711450" y="1143000"/>
            <a:ext cx="14351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101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261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8029-99CC-FF73-9492-6187732D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463C01-F44F-A94E-0038-A1756DB4F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1062C9-5CB2-0E22-F487-32562B1C5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02D857-3113-26F4-4D52-8DB0000F2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091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3C264-87FC-5561-CF37-9AD43F0C9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D1CDED-6B8A-2BB6-D9D0-063F7C961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BB3E7A-4316-D855-AE23-2AF65CF5D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C78258-CFEF-257D-AB7B-CF0809EAD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478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3016-C573-A1E5-F00C-B8470BC7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1FF8E1-488B-D637-F931-9D71FFF02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3732C9-AE21-028E-4EC8-B5C331160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78350-C001-38D2-F7BB-A4E0DBA17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577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4CEF-C2DA-4AE4-6960-4235FA0D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565664-C5EE-30BC-17EE-F40FC41E3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09192C-E478-DB07-6AF6-257AB24D1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AF66A3-3275-0716-2444-4F26887EA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CE4B3-A642-40A5-99F5-1EC656180739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75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2533371"/>
            <a:ext cx="6119416" cy="5389233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8130434"/>
            <a:ext cx="5399485" cy="3737346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05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40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3859183"/>
            <a:ext cx="6209407" cy="6439129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10359229"/>
            <a:ext cx="6209407" cy="3386186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94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4120757"/>
            <a:ext cx="3059708" cy="98217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4120757"/>
            <a:ext cx="3059708" cy="98217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6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824155"/>
            <a:ext cx="6209407" cy="299202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3794681"/>
            <a:ext cx="3045646" cy="185971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5654395"/>
            <a:ext cx="3045646" cy="83167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3794681"/>
            <a:ext cx="3060646" cy="185971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5654395"/>
            <a:ext cx="3060646" cy="83167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40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65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29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1031981"/>
            <a:ext cx="2321966" cy="3611933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2228796"/>
            <a:ext cx="3644652" cy="11000629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4643914"/>
            <a:ext cx="2321966" cy="860342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809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1031981"/>
            <a:ext cx="2321966" cy="3611933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2228796"/>
            <a:ext cx="3644652" cy="11000629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4643914"/>
            <a:ext cx="2321966" cy="860342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41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569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824152"/>
            <a:ext cx="1552352" cy="1311834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824152"/>
            <a:ext cx="4567064" cy="1311834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581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824155"/>
            <a:ext cx="6209407" cy="2992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4120757"/>
            <a:ext cx="6209407" cy="9821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4347404"/>
            <a:ext cx="1619845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81036-B5E2-4BC3-AD4E-33AE7B2156C0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4347404"/>
            <a:ext cx="2429768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4347404"/>
            <a:ext cx="1619845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FD1E2-10E3-4FB8-A657-EBE5FFDFD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4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719907" rtl="0" eaLnBrk="1" latinLnBrk="1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1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7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5.png"/><Relationship Id="rId5" Type="http://schemas.openxmlformats.org/officeDocument/2006/relationships/image" Target="../media/image13.png"/><Relationship Id="rId10" Type="http://schemas.openxmlformats.org/officeDocument/2006/relationships/image" Target="../media/image24.png"/><Relationship Id="rId4" Type="http://schemas.openxmlformats.org/officeDocument/2006/relationships/image" Target="../media/image12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6.png"/><Relationship Id="rId18" Type="http://schemas.openxmlformats.org/officeDocument/2006/relationships/image" Target="../media/image39.png"/><Relationship Id="rId26" Type="http://schemas.openxmlformats.org/officeDocument/2006/relationships/image" Target="../media/image46.png"/><Relationship Id="rId3" Type="http://schemas.openxmlformats.org/officeDocument/2006/relationships/image" Target="../media/image29.png"/><Relationship Id="rId21" Type="http://schemas.openxmlformats.org/officeDocument/2006/relationships/image" Target="../media/image41.png"/><Relationship Id="rId7" Type="http://schemas.openxmlformats.org/officeDocument/2006/relationships/image" Target="../media/image32.png"/><Relationship Id="rId12" Type="http://schemas.openxmlformats.org/officeDocument/2006/relationships/image" Target="../media/image12.png"/><Relationship Id="rId17" Type="http://schemas.openxmlformats.org/officeDocument/2006/relationships/image" Target="../media/image38.png"/><Relationship Id="rId25" Type="http://schemas.openxmlformats.org/officeDocument/2006/relationships/image" Target="../media/image45.png"/><Relationship Id="rId2" Type="http://schemas.openxmlformats.org/officeDocument/2006/relationships/image" Target="../media/image28.png"/><Relationship Id="rId16" Type="http://schemas.openxmlformats.org/officeDocument/2006/relationships/image" Target="../media/image15.png"/><Relationship Id="rId20" Type="http://schemas.openxmlformats.org/officeDocument/2006/relationships/image" Target="../media/image40.png"/><Relationship Id="rId29" Type="http://schemas.openxmlformats.org/officeDocument/2006/relationships/image" Target="../media/image4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11.png"/><Relationship Id="rId24" Type="http://schemas.openxmlformats.org/officeDocument/2006/relationships/image" Target="../media/image44.png"/><Relationship Id="rId5" Type="http://schemas.openxmlformats.org/officeDocument/2006/relationships/image" Target="../media/image30.png"/><Relationship Id="rId15" Type="http://schemas.openxmlformats.org/officeDocument/2006/relationships/image" Target="../media/image14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microsoft.com/office/2007/relationships/hdphoto" Target="../media/hdphoto3.wdp"/><Relationship Id="rId4" Type="http://schemas.microsoft.com/office/2007/relationships/hdphoto" Target="../media/hdphoto2.wdp"/><Relationship Id="rId9" Type="http://schemas.openxmlformats.org/officeDocument/2006/relationships/image" Target="../media/image34.png"/><Relationship Id="rId14" Type="http://schemas.openxmlformats.org/officeDocument/2006/relationships/image" Target="../media/image37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7.png"/><Relationship Id="rId18" Type="http://schemas.openxmlformats.org/officeDocument/2006/relationships/image" Target="../media/image52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6.png"/><Relationship Id="rId17" Type="http://schemas.openxmlformats.org/officeDocument/2006/relationships/image" Target="../media/image51.png"/><Relationship Id="rId2" Type="http://schemas.openxmlformats.org/officeDocument/2006/relationships/image" Target="../media/image30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12.png"/><Relationship Id="rId5" Type="http://schemas.openxmlformats.org/officeDocument/2006/relationships/image" Target="../media/image33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32.png"/><Relationship Id="rId9" Type="http://schemas.microsoft.com/office/2007/relationships/hdphoto" Target="../media/hdphoto2.wdp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13" Type="http://schemas.openxmlformats.org/officeDocument/2006/relationships/image" Target="../media/image58.jpeg"/><Relationship Id="rId18" Type="http://schemas.openxmlformats.org/officeDocument/2006/relationships/image" Target="../media/image63.png"/><Relationship Id="rId3" Type="http://schemas.openxmlformats.org/officeDocument/2006/relationships/image" Target="../media/image37.png"/><Relationship Id="rId21" Type="http://schemas.openxmlformats.org/officeDocument/2006/relationships/image" Target="../media/image64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17" Type="http://schemas.openxmlformats.org/officeDocument/2006/relationships/image" Target="../media/image62.jpeg"/><Relationship Id="rId2" Type="http://schemas.openxmlformats.org/officeDocument/2006/relationships/image" Target="../media/image12.png"/><Relationship Id="rId16" Type="http://schemas.openxmlformats.org/officeDocument/2006/relationships/image" Target="../media/image61.jpe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56.png"/><Relationship Id="rId5" Type="http://schemas.openxmlformats.org/officeDocument/2006/relationships/image" Target="../media/image15.png"/><Relationship Id="rId15" Type="http://schemas.openxmlformats.org/officeDocument/2006/relationships/image" Target="../media/image60.png"/><Relationship Id="rId10" Type="http://schemas.microsoft.com/office/2007/relationships/hdphoto" Target="../media/hdphoto4.wdp"/><Relationship Id="rId19" Type="http://schemas.openxmlformats.org/officeDocument/2006/relationships/image" Target="../media/image40.png"/><Relationship Id="rId4" Type="http://schemas.openxmlformats.org/officeDocument/2006/relationships/image" Target="../media/image14.png"/><Relationship Id="rId9" Type="http://schemas.openxmlformats.org/officeDocument/2006/relationships/image" Target="../media/image55.png"/><Relationship Id="rId14" Type="http://schemas.openxmlformats.org/officeDocument/2006/relationships/image" Target="../media/image5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13" Type="http://schemas.openxmlformats.org/officeDocument/2006/relationships/image" Target="../media/image58.jpeg"/><Relationship Id="rId18" Type="http://schemas.openxmlformats.org/officeDocument/2006/relationships/image" Target="../media/image63.png"/><Relationship Id="rId3" Type="http://schemas.openxmlformats.org/officeDocument/2006/relationships/image" Target="../media/image37.png"/><Relationship Id="rId21" Type="http://schemas.openxmlformats.org/officeDocument/2006/relationships/image" Target="../media/image38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17" Type="http://schemas.openxmlformats.org/officeDocument/2006/relationships/image" Target="../media/image62.jpeg"/><Relationship Id="rId2" Type="http://schemas.openxmlformats.org/officeDocument/2006/relationships/image" Target="../media/image12.png"/><Relationship Id="rId16" Type="http://schemas.openxmlformats.org/officeDocument/2006/relationships/image" Target="../media/image61.jpe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56.png"/><Relationship Id="rId5" Type="http://schemas.openxmlformats.org/officeDocument/2006/relationships/image" Target="../media/image15.png"/><Relationship Id="rId15" Type="http://schemas.openxmlformats.org/officeDocument/2006/relationships/image" Target="../media/image60.png"/><Relationship Id="rId10" Type="http://schemas.microsoft.com/office/2007/relationships/hdphoto" Target="../media/hdphoto4.wdp"/><Relationship Id="rId19" Type="http://schemas.openxmlformats.org/officeDocument/2006/relationships/image" Target="../media/image40.png"/><Relationship Id="rId4" Type="http://schemas.openxmlformats.org/officeDocument/2006/relationships/image" Target="../media/image14.png"/><Relationship Id="rId9" Type="http://schemas.openxmlformats.org/officeDocument/2006/relationships/image" Target="../media/image55.png"/><Relationship Id="rId14" Type="http://schemas.openxmlformats.org/officeDocument/2006/relationships/image" Target="../media/image59.jpeg"/><Relationship Id="rId22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68.png"/><Relationship Id="rId18" Type="http://schemas.openxmlformats.org/officeDocument/2006/relationships/image" Target="../media/image70.png"/><Relationship Id="rId3" Type="http://schemas.openxmlformats.org/officeDocument/2006/relationships/image" Target="../media/image37.png"/><Relationship Id="rId7" Type="http://schemas.openxmlformats.org/officeDocument/2006/relationships/image" Target="../media/image53.png"/><Relationship Id="rId12" Type="http://schemas.openxmlformats.org/officeDocument/2006/relationships/image" Target="../media/image67.jpeg"/><Relationship Id="rId17" Type="http://schemas.openxmlformats.org/officeDocument/2006/relationships/image" Target="../media/image69.png"/><Relationship Id="rId2" Type="http://schemas.openxmlformats.org/officeDocument/2006/relationships/image" Target="../media/image12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66.jpeg"/><Relationship Id="rId5" Type="http://schemas.openxmlformats.org/officeDocument/2006/relationships/image" Target="../media/image15.png"/><Relationship Id="rId15" Type="http://schemas.microsoft.com/office/2007/relationships/hdphoto" Target="../media/hdphoto2.wdp"/><Relationship Id="rId10" Type="http://schemas.openxmlformats.org/officeDocument/2006/relationships/image" Target="../media/image35.png"/><Relationship Id="rId19" Type="http://schemas.openxmlformats.org/officeDocument/2006/relationships/image" Target="../media/image71.png"/><Relationship Id="rId4" Type="http://schemas.openxmlformats.org/officeDocument/2006/relationships/image" Target="../media/image14.png"/><Relationship Id="rId9" Type="http://schemas.openxmlformats.org/officeDocument/2006/relationships/image" Target="../media/image32.png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33.png"/><Relationship Id="rId18" Type="http://schemas.openxmlformats.org/officeDocument/2006/relationships/image" Target="../media/image37.png"/><Relationship Id="rId3" Type="http://schemas.microsoft.com/office/2007/relationships/hdphoto" Target="../media/hdphoto5.wdp"/><Relationship Id="rId21" Type="http://schemas.openxmlformats.org/officeDocument/2006/relationships/image" Target="../media/image74.png"/><Relationship Id="rId7" Type="http://schemas.openxmlformats.org/officeDocument/2006/relationships/image" Target="../media/image54.jpeg"/><Relationship Id="rId12" Type="http://schemas.openxmlformats.org/officeDocument/2006/relationships/image" Target="../media/image30.png"/><Relationship Id="rId17" Type="http://schemas.openxmlformats.org/officeDocument/2006/relationships/image" Target="../media/image15.png"/><Relationship Id="rId2" Type="http://schemas.openxmlformats.org/officeDocument/2006/relationships/image" Target="../media/image72.png"/><Relationship Id="rId16" Type="http://schemas.openxmlformats.org/officeDocument/2006/relationships/image" Target="../media/image14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40.png"/><Relationship Id="rId5" Type="http://schemas.openxmlformats.org/officeDocument/2006/relationships/image" Target="../media/image29.png"/><Relationship Id="rId15" Type="http://schemas.microsoft.com/office/2007/relationships/hdphoto" Target="../media/hdphoto4.wdp"/><Relationship Id="rId10" Type="http://schemas.openxmlformats.org/officeDocument/2006/relationships/image" Target="../media/image55.png"/><Relationship Id="rId19" Type="http://schemas.openxmlformats.org/officeDocument/2006/relationships/image" Target="../media/image10.png"/><Relationship Id="rId4" Type="http://schemas.openxmlformats.org/officeDocument/2006/relationships/image" Target="../media/image35.png"/><Relationship Id="rId9" Type="http://schemas.openxmlformats.org/officeDocument/2006/relationships/image" Target="../media/image57.png"/><Relationship Id="rId14" Type="http://schemas.openxmlformats.org/officeDocument/2006/relationships/image" Target="../media/image73.png"/><Relationship Id="rId22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0.png"/><Relationship Id="rId18" Type="http://schemas.openxmlformats.org/officeDocument/2006/relationships/image" Target="../media/image78.png"/><Relationship Id="rId3" Type="http://schemas.microsoft.com/office/2007/relationships/hdphoto" Target="../media/hdphoto2.wdp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17" Type="http://schemas.openxmlformats.org/officeDocument/2006/relationships/image" Target="../media/image77.png"/><Relationship Id="rId2" Type="http://schemas.openxmlformats.org/officeDocument/2006/relationships/image" Target="../media/image29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15.png"/><Relationship Id="rId5" Type="http://schemas.openxmlformats.org/officeDocument/2006/relationships/image" Target="../media/image31.png"/><Relationship Id="rId15" Type="http://schemas.openxmlformats.org/officeDocument/2006/relationships/image" Target="../media/image74.png"/><Relationship Id="rId10" Type="http://schemas.openxmlformats.org/officeDocument/2006/relationships/image" Target="../media/image14.png"/><Relationship Id="rId4" Type="http://schemas.openxmlformats.org/officeDocument/2006/relationships/image" Target="../media/image30.png"/><Relationship Id="rId9" Type="http://schemas.openxmlformats.org/officeDocument/2006/relationships/image" Target="../media/image67.jpeg"/><Relationship Id="rId1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microsoft.com/office/2007/relationships/hdphoto" Target="../media/hdphoto4.wdp"/><Relationship Id="rId18" Type="http://schemas.openxmlformats.org/officeDocument/2006/relationships/image" Target="../media/image37.png"/><Relationship Id="rId3" Type="http://schemas.openxmlformats.org/officeDocument/2006/relationships/image" Target="../media/image29.png"/><Relationship Id="rId21" Type="http://schemas.openxmlformats.org/officeDocument/2006/relationships/image" Target="../media/image74.png"/><Relationship Id="rId7" Type="http://schemas.openxmlformats.org/officeDocument/2006/relationships/image" Target="../media/image57.png"/><Relationship Id="rId12" Type="http://schemas.openxmlformats.org/officeDocument/2006/relationships/image" Target="../media/image73.png"/><Relationship Id="rId17" Type="http://schemas.openxmlformats.org/officeDocument/2006/relationships/image" Target="../media/image80.png"/><Relationship Id="rId2" Type="http://schemas.openxmlformats.org/officeDocument/2006/relationships/image" Target="../media/image35.png"/><Relationship Id="rId16" Type="http://schemas.openxmlformats.org/officeDocument/2006/relationships/image" Target="../media/image15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33.png"/><Relationship Id="rId5" Type="http://schemas.openxmlformats.org/officeDocument/2006/relationships/image" Target="../media/image54.jpeg"/><Relationship Id="rId15" Type="http://schemas.openxmlformats.org/officeDocument/2006/relationships/image" Target="../media/image14.png"/><Relationship Id="rId10" Type="http://schemas.openxmlformats.org/officeDocument/2006/relationships/image" Target="../media/image30.png"/><Relationship Id="rId19" Type="http://schemas.openxmlformats.org/officeDocument/2006/relationships/image" Target="../media/image10.png"/><Relationship Id="rId4" Type="http://schemas.microsoft.com/office/2007/relationships/hdphoto" Target="../media/hdphoto2.wdp"/><Relationship Id="rId9" Type="http://schemas.openxmlformats.org/officeDocument/2006/relationships/image" Target="../media/image40.png"/><Relationship Id="rId14" Type="http://schemas.openxmlformats.org/officeDocument/2006/relationships/image" Target="../media/image79.png"/><Relationship Id="rId22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340FF00F-E6BB-C376-93A6-1A42CD76FE10}"/>
              </a:ext>
            </a:extLst>
          </p:cNvPr>
          <p:cNvGrpSpPr/>
          <p:nvPr/>
        </p:nvGrpSpPr>
        <p:grpSpPr>
          <a:xfrm>
            <a:off x="0" y="-1"/>
            <a:ext cx="7199313" cy="15479713"/>
            <a:chOff x="0" y="-1"/>
            <a:chExt cx="7199313" cy="1547971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07821D1-AA51-1BA2-DA8C-47BB1BD2B8FB}"/>
                </a:ext>
              </a:extLst>
            </p:cNvPr>
            <p:cNvSpPr/>
            <p:nvPr/>
          </p:nvSpPr>
          <p:spPr>
            <a:xfrm>
              <a:off x="0" y="-1"/>
              <a:ext cx="7199313" cy="15479713"/>
            </a:xfrm>
            <a:prstGeom prst="rect">
              <a:avLst/>
            </a:prstGeom>
            <a:solidFill>
              <a:srgbClr val="F4F0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5C094FFE-0B96-8E60-EF81-F5A8AC20F2DF}"/>
                </a:ext>
              </a:extLst>
            </p:cNvPr>
            <p:cNvSpPr/>
            <p:nvPr/>
          </p:nvSpPr>
          <p:spPr>
            <a:xfrm>
              <a:off x="2228850" y="10962594"/>
              <a:ext cx="2741612" cy="572120"/>
            </a:xfrm>
            <a:prstGeom prst="roundRect">
              <a:avLst>
                <a:gd name="adj" fmla="val 50000"/>
              </a:avLst>
            </a:prstGeom>
            <a:solidFill>
              <a:srgbClr val="FE9802">
                <a:alpha val="9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누적 레시피 수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86CEA70-ADEC-3382-C48A-DD48323EA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831" y="3780879"/>
              <a:ext cx="6370940" cy="637094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861F14-3CC5-9CC7-FB83-1BE448B191E7}"/>
                </a:ext>
              </a:extLst>
            </p:cNvPr>
            <p:cNvSpPr txBox="1"/>
            <p:nvPr/>
          </p:nvSpPr>
          <p:spPr>
            <a:xfrm>
              <a:off x="427831" y="12850438"/>
              <a:ext cx="63436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리뷰수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·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조회수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·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구독자수 등을 고려하여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pPr algn="ctr"/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검증된 레시피를 매일수집하고 있어요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4BB936-C35A-CD57-95D8-957CB7AC85B5}"/>
                </a:ext>
              </a:extLst>
            </p:cNvPr>
            <p:cNvSpPr txBox="1"/>
            <p:nvPr/>
          </p:nvSpPr>
          <p:spPr>
            <a:xfrm>
              <a:off x="685800" y="11717741"/>
              <a:ext cx="58293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0" spc="3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E9502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1,564,434</a:t>
              </a:r>
              <a:endParaRPr lang="ko-KR" altLang="en-US" sz="6000" spc="300" dirty="0">
                <a:solidFill>
                  <a:srgbClr val="FE950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6CA4E753-EFFA-BD86-E9A9-D09549661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4" t="9688" r="1690" b="42564"/>
            <a:stretch/>
          </p:blipFill>
          <p:spPr>
            <a:xfrm>
              <a:off x="2121202" y="4387627"/>
              <a:ext cx="2984198" cy="50370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40FDE0C-2D24-391F-A5CC-8148ADC1BCC6}"/>
                </a:ext>
              </a:extLst>
            </p:cNvPr>
            <p:cNvSpPr txBox="1"/>
            <p:nvPr/>
          </p:nvSpPr>
          <p:spPr>
            <a:xfrm>
              <a:off x="2656128" y="1442340"/>
              <a:ext cx="1887055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4000"/>
                </a:lnSpc>
              </a:pPr>
              <a:r>
                <a:rPr lang="ko-KR" altLang="en-US" sz="3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A3B3F"/>
                  </a:solidFill>
                  <a:latin typeface="Rix가시꽃 M" panose="02020603020101020101" pitchFamily="18" charset="-127"/>
                  <a:ea typeface="Rix가시꽃 M" panose="02020603020101020101" pitchFamily="18" charset="-127"/>
                </a:rPr>
                <a:t>덜 버리고</a:t>
              </a:r>
              <a:endParaRPr lang="en-US" altLang="ko-KR" sz="3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Rix가시꽃 M" panose="02020603020101020101" pitchFamily="18" charset="-127"/>
                <a:ea typeface="Rix가시꽃 M" panose="02020603020101020101" pitchFamily="18" charset="-127"/>
              </a:endParaRPr>
            </a:p>
            <a:p>
              <a:pPr algn="ctr">
                <a:lnSpc>
                  <a:spcPts val="4000"/>
                </a:lnSpc>
              </a:pPr>
              <a:r>
                <a:rPr lang="ko-KR" altLang="en-US" sz="3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A3B3F"/>
                  </a:solidFill>
                  <a:latin typeface="Rix가시꽃 M" panose="02020603020101020101" pitchFamily="18" charset="-127"/>
                  <a:ea typeface="Rix가시꽃 M" panose="02020603020101020101" pitchFamily="18" charset="-127"/>
                </a:rPr>
                <a:t>덜 고민하고</a:t>
              </a:r>
              <a:endParaRPr lang="en-US" altLang="ko-KR" sz="3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Rix가시꽃 M" panose="02020603020101020101" pitchFamily="18" charset="-127"/>
                <a:ea typeface="Rix가시꽃 M" panose="02020603020101020101" pitchFamily="18" charset="-127"/>
              </a:endParaRPr>
            </a:p>
            <a:p>
              <a:pPr algn="ctr">
                <a:lnSpc>
                  <a:spcPts val="4000"/>
                </a:lnSpc>
              </a:pPr>
              <a:r>
                <a:rPr lang="ko-KR" altLang="en-US" sz="3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A3B3F"/>
                  </a:solidFill>
                  <a:latin typeface="Rix가시꽃 M" panose="02020603020101020101" pitchFamily="18" charset="-127"/>
                  <a:ea typeface="Rix가시꽃 M" panose="02020603020101020101" pitchFamily="18" charset="-127"/>
                </a:rPr>
                <a:t>더 맛있게</a:t>
              </a:r>
              <a:endParaRPr lang="en-US" altLang="ko-KR" sz="3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Rix가시꽃 M" panose="02020603020101020101" pitchFamily="18" charset="-127"/>
                <a:ea typeface="Rix가시꽃 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7157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F566-2121-F839-004C-B7F659FB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F87063BF-22B9-BC99-1CAA-25BFA2103738}"/>
              </a:ext>
            </a:extLst>
          </p:cNvPr>
          <p:cNvGrpSpPr/>
          <p:nvPr/>
        </p:nvGrpSpPr>
        <p:grpSpPr>
          <a:xfrm>
            <a:off x="0" y="-117987"/>
            <a:ext cx="7199313" cy="15692283"/>
            <a:chOff x="0" y="-117988"/>
            <a:chExt cx="7199313" cy="1569228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7289478-E8EF-E97A-CE00-F7BB26D0ACC8}"/>
                </a:ext>
              </a:extLst>
            </p:cNvPr>
            <p:cNvSpPr/>
            <p:nvPr/>
          </p:nvSpPr>
          <p:spPr>
            <a:xfrm>
              <a:off x="0" y="-117988"/>
              <a:ext cx="7199313" cy="15692284"/>
            </a:xfrm>
            <a:prstGeom prst="rect">
              <a:avLst/>
            </a:prstGeom>
            <a:solidFill>
              <a:srgbClr val="F4F0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9C8CE4C2-CF95-F63D-0598-C447DC3F8E60}"/>
                </a:ext>
              </a:extLst>
            </p:cNvPr>
            <p:cNvSpPr/>
            <p:nvPr/>
          </p:nvSpPr>
          <p:spPr>
            <a:xfrm>
              <a:off x="2228850" y="10962594"/>
              <a:ext cx="2741612" cy="572120"/>
            </a:xfrm>
            <a:prstGeom prst="roundRect">
              <a:avLst>
                <a:gd name="adj" fmla="val 50000"/>
              </a:avLst>
            </a:prstGeom>
            <a:solidFill>
              <a:srgbClr val="FE9802">
                <a:alpha val="9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누적 레시피 수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A873D71-A46C-8C3C-9F43-C19130C39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831" y="3780879"/>
              <a:ext cx="6370940" cy="637094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2E02400-96E8-7E81-9798-F7A53FA2EC5C}"/>
                </a:ext>
              </a:extLst>
            </p:cNvPr>
            <p:cNvSpPr txBox="1"/>
            <p:nvPr/>
          </p:nvSpPr>
          <p:spPr>
            <a:xfrm>
              <a:off x="427831" y="12850438"/>
              <a:ext cx="63436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리뷰수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·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조회수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·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구독자수 등을 고려하여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pPr algn="ctr"/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검증된 레시피를 매일수집하고 있어요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E180F1D-41C7-FC91-06A3-50A8EF1B5268}"/>
                </a:ext>
              </a:extLst>
            </p:cNvPr>
            <p:cNvSpPr txBox="1"/>
            <p:nvPr/>
          </p:nvSpPr>
          <p:spPr>
            <a:xfrm>
              <a:off x="685800" y="11717741"/>
              <a:ext cx="58293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6000" spc="300" dirty="0">
                <a:solidFill>
                  <a:srgbClr val="FE950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E37C8E42-03D8-7F47-9633-7B4082EA1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4" t="9688" r="1690" b="42564"/>
            <a:stretch/>
          </p:blipFill>
          <p:spPr>
            <a:xfrm>
              <a:off x="2121202" y="4387627"/>
              <a:ext cx="2984198" cy="50370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A60978F-AC4A-B1E8-67E7-3C560C5AB415}"/>
                </a:ext>
              </a:extLst>
            </p:cNvPr>
            <p:cNvSpPr txBox="1"/>
            <p:nvPr/>
          </p:nvSpPr>
          <p:spPr>
            <a:xfrm>
              <a:off x="2656128" y="1442340"/>
              <a:ext cx="1887055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4000"/>
                </a:lnSpc>
              </a:pPr>
              <a:r>
                <a:rPr lang="ko-KR" altLang="en-US" sz="3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A3B3F"/>
                  </a:solidFill>
                  <a:latin typeface="Rix가시꽃 M" panose="02020603020101020101" pitchFamily="18" charset="-127"/>
                  <a:ea typeface="Rix가시꽃 M" panose="02020603020101020101" pitchFamily="18" charset="-127"/>
                </a:rPr>
                <a:t>덜 버리고</a:t>
              </a:r>
              <a:endParaRPr lang="en-US" altLang="ko-KR" sz="3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Rix가시꽃 M" panose="02020603020101020101" pitchFamily="18" charset="-127"/>
                <a:ea typeface="Rix가시꽃 M" panose="02020603020101020101" pitchFamily="18" charset="-127"/>
              </a:endParaRPr>
            </a:p>
            <a:p>
              <a:pPr algn="ctr">
                <a:lnSpc>
                  <a:spcPts val="4000"/>
                </a:lnSpc>
              </a:pPr>
              <a:r>
                <a:rPr lang="ko-KR" altLang="en-US" sz="3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A3B3F"/>
                  </a:solidFill>
                  <a:latin typeface="Rix가시꽃 M" panose="02020603020101020101" pitchFamily="18" charset="-127"/>
                  <a:ea typeface="Rix가시꽃 M" panose="02020603020101020101" pitchFamily="18" charset="-127"/>
                </a:rPr>
                <a:t>덜 고민하고</a:t>
              </a:r>
              <a:endParaRPr lang="en-US" altLang="ko-KR" sz="3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Rix가시꽃 M" panose="02020603020101020101" pitchFamily="18" charset="-127"/>
                <a:ea typeface="Rix가시꽃 M" panose="02020603020101020101" pitchFamily="18" charset="-127"/>
              </a:endParaRPr>
            </a:p>
            <a:p>
              <a:pPr algn="ctr">
                <a:lnSpc>
                  <a:spcPts val="4000"/>
                </a:lnSpc>
              </a:pPr>
              <a:r>
                <a:rPr lang="ko-KR" altLang="en-US" sz="3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A3B3F"/>
                  </a:solidFill>
                  <a:latin typeface="Rix가시꽃 M" panose="02020603020101020101" pitchFamily="18" charset="-127"/>
                  <a:ea typeface="Rix가시꽃 M" panose="02020603020101020101" pitchFamily="18" charset="-127"/>
                </a:rPr>
                <a:t>더 맛있게</a:t>
              </a:r>
              <a:endParaRPr lang="en-US" altLang="ko-KR" sz="3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Rix가시꽃 M" panose="02020603020101020101" pitchFamily="18" charset="-127"/>
                <a:ea typeface="Rix가시꽃 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5237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D0671E9-B046-A44B-BCCD-7E3DD1CBD0B5}"/>
              </a:ext>
            </a:extLst>
          </p:cNvPr>
          <p:cNvGrpSpPr/>
          <p:nvPr/>
        </p:nvGrpSpPr>
        <p:grpSpPr>
          <a:xfrm>
            <a:off x="2200406" y="6340606"/>
            <a:ext cx="2798500" cy="3279686"/>
            <a:chOff x="2200406" y="6340606"/>
            <a:chExt cx="2798500" cy="327968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FBF4DF8-38D5-C8FF-ED18-B297C4A76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406" y="6340606"/>
              <a:ext cx="2798500" cy="279850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05AC08B-0D46-090E-45C3-FBC854493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7260" y="9189906"/>
              <a:ext cx="2543190" cy="4303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881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FBD7DA3-D723-E7C1-BAF0-6A04B5B66779}"/>
              </a:ext>
            </a:extLst>
          </p:cNvPr>
          <p:cNvSpPr/>
          <p:nvPr/>
        </p:nvSpPr>
        <p:spPr>
          <a:xfrm>
            <a:off x="-1" y="3356692"/>
            <a:ext cx="7199313" cy="6336065"/>
          </a:xfrm>
          <a:prstGeom prst="rect">
            <a:avLst/>
          </a:prstGeom>
          <a:solidFill>
            <a:srgbClr val="BACA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35AF2C-64DD-A5ED-6726-7D966C7BB19A}"/>
              </a:ext>
            </a:extLst>
          </p:cNvPr>
          <p:cNvSpPr/>
          <p:nvPr/>
        </p:nvSpPr>
        <p:spPr>
          <a:xfrm>
            <a:off x="-1" y="2809792"/>
            <a:ext cx="7199313" cy="8941654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CF29C6-D2C9-6B3E-1B63-0216A0D75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5" t="38317" r="20647" b="35679"/>
          <a:stretch/>
        </p:blipFill>
        <p:spPr>
          <a:xfrm>
            <a:off x="2267785" y="4688728"/>
            <a:ext cx="2672745" cy="1187888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E36ADBA-0172-F733-6D99-8C9702C9163A}"/>
              </a:ext>
            </a:extLst>
          </p:cNvPr>
          <p:cNvCxnSpPr>
            <a:cxnSpLocks/>
          </p:cNvCxnSpPr>
          <p:nvPr/>
        </p:nvCxnSpPr>
        <p:spPr>
          <a:xfrm>
            <a:off x="-1" y="2454233"/>
            <a:ext cx="7199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C87DB9B8-5184-9B5F-E999-1D29CF8AFC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r="251"/>
          <a:stretch/>
        </p:blipFill>
        <p:spPr>
          <a:xfrm>
            <a:off x="-1" y="2480172"/>
            <a:ext cx="7199313" cy="3296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3E2EE0E-B79E-5B66-F58F-D1281811ACED}"/>
              </a:ext>
            </a:extLst>
          </p:cNvPr>
          <p:cNvSpPr txBox="1"/>
          <p:nvPr/>
        </p:nvSpPr>
        <p:spPr>
          <a:xfrm>
            <a:off x="2" y="1980409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구성</a:t>
            </a:r>
            <a:endParaRPr lang="ko-KR" altLang="en-US" sz="2267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CAB91C-4063-EFF7-D9F3-705336A603FE}"/>
              </a:ext>
            </a:extLst>
          </p:cNvPr>
          <p:cNvSpPr txBox="1"/>
          <p:nvPr/>
        </p:nvSpPr>
        <p:spPr>
          <a:xfrm>
            <a:off x="-1" y="16033491"/>
            <a:ext cx="719931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첫 랜딩 페이지 로그인 화면임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로그인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아이디 또는 이메일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로 로그인 할 수 있으며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하단을 보면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google, 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kakao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naver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의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SSO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로그인도 가능하게 만든다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 외에도 비회원으로 계속하기도 되도록 설정해준다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또한 아이디 저장과 자동 로그인 기능도 추가하고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회원가입하기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아이디 찾기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비밀번호 찾기 기능도 제공한다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6734F4-C953-D41F-A597-C52E8C83C9E5}"/>
              </a:ext>
            </a:extLst>
          </p:cNvPr>
          <p:cNvSpPr txBox="1"/>
          <p:nvPr/>
        </p:nvSpPr>
        <p:spPr>
          <a:xfrm>
            <a:off x="6838" y="15592280"/>
            <a:ext cx="3635185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22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3DA1BE-9373-35B6-681A-91411DDBFBCC}"/>
              </a:ext>
            </a:extLst>
          </p:cNvPr>
          <p:cNvSpPr txBox="1"/>
          <p:nvPr/>
        </p:nvSpPr>
        <p:spPr>
          <a:xfrm>
            <a:off x="1906850" y="8313628"/>
            <a:ext cx="3385619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아직 회원이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아니신가요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? </a:t>
            </a:r>
            <a:r>
              <a:rPr lang="en-US" altLang="ko-KR" sz="1260" b="1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260" b="1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초 회원가입하기</a:t>
            </a:r>
            <a:endParaRPr lang="en-US" altLang="ko-KR" sz="1260" b="1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pPr algn="ctr"/>
            <a:r>
              <a:rPr lang="ko-KR" altLang="en-US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아이디 찾기 </a:t>
            </a:r>
            <a:r>
              <a:rPr lang="ko-KR" altLang="en-US" sz="126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ㅣ</a:t>
            </a:r>
            <a:r>
              <a:rPr lang="ko-KR" altLang="en-US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비밀번호 찾기</a:t>
            </a:r>
            <a:endParaRPr lang="ko-KR" altLang="en-US" sz="126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960286E-D612-6BD4-6CB2-253C17460EA5}"/>
              </a:ext>
            </a:extLst>
          </p:cNvPr>
          <p:cNvSpPr/>
          <p:nvPr/>
        </p:nvSpPr>
        <p:spPr>
          <a:xfrm>
            <a:off x="2355613" y="10456315"/>
            <a:ext cx="2503093" cy="42789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535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750F6C-099F-0C98-F73E-6B5BE0B3279A}"/>
              </a:ext>
            </a:extLst>
          </p:cNvPr>
          <p:cNvSpPr txBox="1"/>
          <p:nvPr/>
        </p:nvSpPr>
        <p:spPr>
          <a:xfrm>
            <a:off x="2599764" y="10528993"/>
            <a:ext cx="1999793" cy="26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비회원으로 시작하기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4C2D854-3205-E9DD-D22F-1FF4406F6A88}"/>
              </a:ext>
            </a:extLst>
          </p:cNvPr>
          <p:cNvGrpSpPr/>
          <p:nvPr/>
        </p:nvGrpSpPr>
        <p:grpSpPr>
          <a:xfrm>
            <a:off x="1679968" y="7336687"/>
            <a:ext cx="2959342" cy="427890"/>
            <a:chOff x="1423945" y="3750018"/>
            <a:chExt cx="3049883" cy="440982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7698A82-F4C6-29D7-BAB7-3B78A8DB4E78}"/>
                </a:ext>
              </a:extLst>
            </p:cNvPr>
            <p:cNvSpPr/>
            <p:nvPr/>
          </p:nvSpPr>
          <p:spPr>
            <a:xfrm>
              <a:off x="1423945" y="3750018"/>
              <a:ext cx="3049883" cy="4409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535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1DFE36-6D3E-2950-5661-09C27E9747B8}"/>
                </a:ext>
              </a:extLst>
            </p:cNvPr>
            <p:cNvSpPr txBox="1"/>
            <p:nvPr/>
          </p:nvSpPr>
          <p:spPr>
            <a:xfrm>
              <a:off x="1494345" y="3818795"/>
              <a:ext cx="2060976" cy="304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23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비밀번호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EA682EC-36A3-FF63-F0E3-961169E9194F}"/>
              </a:ext>
            </a:extLst>
          </p:cNvPr>
          <p:cNvGrpSpPr/>
          <p:nvPr/>
        </p:nvGrpSpPr>
        <p:grpSpPr>
          <a:xfrm>
            <a:off x="1679968" y="6847679"/>
            <a:ext cx="2959342" cy="427890"/>
            <a:chOff x="1423945" y="3750018"/>
            <a:chExt cx="3049883" cy="440982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1C387BB-B373-D241-C158-F683B18B24DC}"/>
                </a:ext>
              </a:extLst>
            </p:cNvPr>
            <p:cNvSpPr/>
            <p:nvPr/>
          </p:nvSpPr>
          <p:spPr>
            <a:xfrm>
              <a:off x="1423945" y="3750018"/>
              <a:ext cx="3049883" cy="4409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535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3B2876-1867-3383-5482-827905E23B24}"/>
                </a:ext>
              </a:extLst>
            </p:cNvPr>
            <p:cNvSpPr txBox="1"/>
            <p:nvPr/>
          </p:nvSpPr>
          <p:spPr>
            <a:xfrm>
              <a:off x="1494345" y="3810685"/>
              <a:ext cx="2060976" cy="304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23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아이디 또는 이메일</a:t>
              </a:r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D5597AC-A05F-2E06-CCEE-04E19C1A6F79}"/>
              </a:ext>
            </a:extLst>
          </p:cNvPr>
          <p:cNvSpPr/>
          <p:nvPr/>
        </p:nvSpPr>
        <p:spPr>
          <a:xfrm>
            <a:off x="4723656" y="6837797"/>
            <a:ext cx="795688" cy="926783"/>
          </a:xfrm>
          <a:prstGeom prst="roundRect">
            <a:avLst>
              <a:gd name="adj" fmla="val 5152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로그인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F7835FA-EE7C-B1D6-8B6A-2AE526B3A9A3}"/>
              </a:ext>
            </a:extLst>
          </p:cNvPr>
          <p:cNvGrpSpPr/>
          <p:nvPr/>
        </p:nvGrpSpPr>
        <p:grpSpPr>
          <a:xfrm>
            <a:off x="2695670" y="7819190"/>
            <a:ext cx="846063" cy="228075"/>
            <a:chOff x="1790586" y="4634984"/>
            <a:chExt cx="671627" cy="181052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17D4AA23-34B9-50AF-2EF7-D1F2D8E0AE1F}"/>
                </a:ext>
              </a:extLst>
            </p:cNvPr>
            <p:cNvSpPr/>
            <p:nvPr/>
          </p:nvSpPr>
          <p:spPr>
            <a:xfrm>
              <a:off x="1790586" y="4692319"/>
              <a:ext cx="79359" cy="7791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535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055ADDE-9DFF-29AE-1394-550B80393D9D}"/>
                </a:ext>
              </a:extLst>
            </p:cNvPr>
            <p:cNvSpPr txBox="1"/>
            <p:nvPr/>
          </p:nvSpPr>
          <p:spPr>
            <a:xfrm>
              <a:off x="1821179" y="4634984"/>
              <a:ext cx="641034" cy="181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아이디 저장</a:t>
              </a:r>
              <a:endParaRPr lang="ko-KR" altLang="en-US" sz="882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8D883D4-0E03-0A08-30FC-439FD65C0E2C}"/>
              </a:ext>
            </a:extLst>
          </p:cNvPr>
          <p:cNvGrpSpPr/>
          <p:nvPr/>
        </p:nvGrpSpPr>
        <p:grpSpPr>
          <a:xfrm>
            <a:off x="3475751" y="7819196"/>
            <a:ext cx="1027899" cy="228076"/>
            <a:chOff x="1790586" y="4634984"/>
            <a:chExt cx="815973" cy="181053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61684AD9-5FED-D161-21ED-46C999EF041C}"/>
                </a:ext>
              </a:extLst>
            </p:cNvPr>
            <p:cNvSpPr/>
            <p:nvPr/>
          </p:nvSpPr>
          <p:spPr>
            <a:xfrm>
              <a:off x="1790586" y="4692319"/>
              <a:ext cx="79359" cy="7791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535" dirty="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03A398-CA41-C82B-65D2-6A256E3CDFD6}"/>
                </a:ext>
              </a:extLst>
            </p:cNvPr>
            <p:cNvSpPr txBox="1"/>
            <p:nvPr/>
          </p:nvSpPr>
          <p:spPr>
            <a:xfrm>
              <a:off x="1821179" y="4634984"/>
              <a:ext cx="785380" cy="181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자동 로그인</a:t>
              </a: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3AC2BFE5-8DDE-6877-5405-6207170591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00" r="15600"/>
          <a:stretch/>
        </p:blipFill>
        <p:spPr>
          <a:xfrm>
            <a:off x="3347798" y="3871853"/>
            <a:ext cx="455838" cy="626650"/>
          </a:xfrm>
          <a:prstGeom prst="rect">
            <a:avLst/>
          </a:prstGeom>
        </p:spPr>
      </p:pic>
      <p:pic>
        <p:nvPicPr>
          <p:cNvPr id="45" name="Picture 6" descr="다시 정리하는 소셜 로그인">
            <a:extLst>
              <a:ext uri="{FF2B5EF4-FFF2-40B4-BE49-F238E27FC236}">
                <a16:creationId xmlns:a16="http://schemas.microsoft.com/office/drawing/2014/main" id="{9B7C9C5C-033D-9C8A-29D3-52962A8CEC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3" b="90352" l="10000" r="90000">
                        <a14:foregroundMark x1="28904" y1="16275" x2="67432" y2="24497"/>
                        <a14:foregroundMark x1="26678" y1="77517" x2="66336" y2="80537"/>
                        <a14:foregroundMark x1="72877" y1="14094" x2="27432" y2="27181"/>
                        <a14:foregroundMark x1="23459" y1="17953" x2="26336" y2="25000"/>
                        <a14:foregroundMark x1="56781" y1="29866" x2="75103" y2="25000"/>
                        <a14:foregroundMark x1="24897" y1="18708" x2="30103" y2="22567"/>
                        <a14:foregroundMark x1="25342" y1="90017" x2="64281" y2="84983"/>
                        <a14:foregroundMark x1="64281" y1="84983" x2="72945" y2="86577"/>
                        <a14:foregroundMark x1="72945" y1="86577" x2="75342" y2="90352"/>
                        <a14:foregroundMark x1="35514" y1="46225" x2="56918" y2="49664"/>
                        <a14:backgroundMark x1="36267" y1="64010" x2="38664" y2="64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32" t="7208" r="21208" b="66584"/>
          <a:stretch/>
        </p:blipFill>
        <p:spPr bwMode="auto">
          <a:xfrm>
            <a:off x="2343615" y="8888460"/>
            <a:ext cx="2525761" cy="46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6" descr="다시 정리하는 소셜 로그인">
            <a:extLst>
              <a:ext uri="{FF2B5EF4-FFF2-40B4-BE49-F238E27FC236}">
                <a16:creationId xmlns:a16="http://schemas.microsoft.com/office/drawing/2014/main" id="{96B608B4-6140-D4C6-782E-DCC9B47FF2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3" b="90352" l="10000" r="90000">
                        <a14:foregroundMark x1="28904" y1="16275" x2="67432" y2="24497"/>
                        <a14:foregroundMark x1="26678" y1="77517" x2="66336" y2="80537"/>
                        <a14:foregroundMark x1="72877" y1="14094" x2="27432" y2="27181"/>
                        <a14:foregroundMark x1="23459" y1="17953" x2="26336" y2="25000"/>
                        <a14:foregroundMark x1="56781" y1="29866" x2="75103" y2="25000"/>
                        <a14:foregroundMark x1="24897" y1="18708" x2="30103" y2="22567"/>
                        <a14:foregroundMark x1="25342" y1="90017" x2="64281" y2="84983"/>
                        <a14:foregroundMark x1="64281" y1="84983" x2="72945" y2="86577"/>
                        <a14:foregroundMark x1="72945" y1="86577" x2="75342" y2="90352"/>
                        <a14:foregroundMark x1="35514" y1="46225" x2="56918" y2="49664"/>
                        <a14:backgroundMark x1="36267" y1="64010" x2="38664" y2="64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32" t="36797" r="21208" b="36995"/>
          <a:stretch/>
        </p:blipFill>
        <p:spPr bwMode="auto">
          <a:xfrm>
            <a:off x="2343615" y="9402231"/>
            <a:ext cx="2525761" cy="46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다시 정리하는 소셜 로그인">
            <a:extLst>
              <a:ext uri="{FF2B5EF4-FFF2-40B4-BE49-F238E27FC236}">
                <a16:creationId xmlns:a16="http://schemas.microsoft.com/office/drawing/2014/main" id="{7E0A71F1-6418-EF66-5278-3B6834E059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3" b="90352" l="10000" r="90000">
                        <a14:foregroundMark x1="28904" y1="16275" x2="67432" y2="24497"/>
                        <a14:foregroundMark x1="26678" y1="77517" x2="66336" y2="80537"/>
                        <a14:foregroundMark x1="72877" y1="14094" x2="27432" y2="27181"/>
                        <a14:foregroundMark x1="23459" y1="17953" x2="26336" y2="25000"/>
                        <a14:foregroundMark x1="56781" y1="29866" x2="75103" y2="25000"/>
                        <a14:foregroundMark x1="24897" y1="18708" x2="30103" y2="22567"/>
                        <a14:foregroundMark x1="25342" y1="90017" x2="64281" y2="84983"/>
                        <a14:foregroundMark x1="64281" y1="84983" x2="72945" y2="86577"/>
                        <a14:foregroundMark x1="72945" y1="86577" x2="75342" y2="90352"/>
                        <a14:foregroundMark x1="35514" y1="46225" x2="56918" y2="49664"/>
                        <a14:backgroundMark x1="36267" y1="64010" x2="38664" y2="64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32" t="65910" r="21208" b="7882"/>
          <a:stretch/>
        </p:blipFill>
        <p:spPr bwMode="auto">
          <a:xfrm>
            <a:off x="2343615" y="9906987"/>
            <a:ext cx="2525761" cy="46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2F5296-81E9-5D39-996B-9F7D462200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8" y="-50755"/>
            <a:ext cx="7199313" cy="1558122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0560C6A-E346-B921-94A2-89C876600B33}"/>
              </a:ext>
            </a:extLst>
          </p:cNvPr>
          <p:cNvSpPr txBox="1"/>
          <p:nvPr/>
        </p:nvSpPr>
        <p:spPr>
          <a:xfrm>
            <a:off x="-118714" y="-643623"/>
            <a:ext cx="6708213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로그인화면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264667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0EE12-2B49-6CFC-43D7-C13DBAB1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직사각형 2080">
            <a:extLst>
              <a:ext uri="{FF2B5EF4-FFF2-40B4-BE49-F238E27FC236}">
                <a16:creationId xmlns:a16="http://schemas.microsoft.com/office/drawing/2014/main" id="{B1EFEA5D-6487-CB98-A32B-F44CDEC2866F}"/>
              </a:ext>
            </a:extLst>
          </p:cNvPr>
          <p:cNvSpPr/>
          <p:nvPr/>
        </p:nvSpPr>
        <p:spPr>
          <a:xfrm>
            <a:off x="-1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195214F-ADB7-6757-D50F-D47EC8E2A241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A950C-CD21-16BD-8367-E52BB41FCD05}"/>
              </a:ext>
            </a:extLst>
          </p:cNvPr>
          <p:cNvSpPr txBox="1"/>
          <p:nvPr/>
        </p:nvSpPr>
        <p:spPr>
          <a:xfrm>
            <a:off x="-11741" y="16572249"/>
            <a:ext cx="8284884" cy="10741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400" dirty="0"/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로그인화면을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지나고 나면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배경은 화이트로 바뀐다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이후 부터의 페이지부터는 모두다 화이트 배경으로 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일단은 지금은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SSO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로그인 기능은 삽입이 안되어 있으니깐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1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로그인 창에서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비회원으로 계속하기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버튼을 누르면 이 페이지로 넘어온다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홈페이지 메뉴 네비게이션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홈페이지의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메뉴바이다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일단 크게는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냉장고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이렇게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네가지의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메뉴가 있음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</a:p>
          <a:p>
            <a:pPr marL="215976" indent="-215976">
              <a:buFontTx/>
              <a:buChar char="-"/>
            </a:pP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아이콘은 클릭이 안된 경우엔 아래 경로의 이미지 아이콘을 쓰고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화이트계열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＂C:\Users\user\Desktop\RefrigeratorCode\frontend\src\assets\navigator_myfridge_white.png“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＂C:\Users\user\Desktop\RefrigeratorCode\frontend\src\assets\navigator_myfridgerecipe_white.png“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＂C:\Users\user\Desktop\RefrigeratorCode\frontend\src\assets\navigator_popularity_white.png“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＂C:\Users\user\Desktop\RefrigeratorCode\frontend\src\assets\navigator_mypage_white.png“</a:t>
            </a:r>
          </a:p>
          <a:p>
            <a:pPr marL="215976" indent="-215976">
              <a:buFontTx/>
              <a:buChar char="-"/>
            </a:pP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클릭이 된 경우엔 아래 경로의 이미지 아이콘을 쓴다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블랙계열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＂C:\Users\user\Desktop\RefrigeratorCode\frontend\src\assets\navigator_myfridge_black.png“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＂C:\Users\user\Desktop\RefrigeratorCode\frontend\src\assets\navigator_myfridgerecipe_black.png“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＂C:\Users\user\Desktop\RefrigeratorCode\frontend\src\assets\navigator_popularity_black.png“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＂C:\Users\user\Desktop\RefrigeratorCode\frontend\src\assets\navigator_mypage_black.png“</a:t>
            </a: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지금은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내 냉장고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페이지에 해당하니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내 냉장고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에 해당하는 아이콘만 블랙 계열의 파일을 쓰고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내 냉장고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의 글씨만 가장 진한 검정이고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나머지는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회색글자이다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. 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내 냉장고 재료 추가 입력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및 검색 창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검색창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박스엔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추가할 재료명을 입력 해주세요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라고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회색글씨로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써있다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내가 추가 저장하고자 하는 재료를 입력하는 공간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내가 갖고 있는 재료를 입력하면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"C:\Users\user\Desktop\RefrigeratorCode\ingredient-management\ ingredient_profile_dict_with_substitutes.csv"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사전파일의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“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ingredient_name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”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열에 해당하는 값들을 기반으로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검색어 자동완성 리스트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 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혹은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search dropdown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라고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하기도하나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?)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가 아래에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뜨게되고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소비자들은 그 안에서 내가 갖고 있는 재료를 선택해서 밑에 있는 냉장고 관리 쪽으로 재료를 저장하는 방식임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사전에 없는 키워드는 입력불가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추후에 검색어 리스트에 없는 것도 수동으로 추가할 수 있도록 로직 만들 예정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),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그리고 사전데이터는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계속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업데이트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될거기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때문에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항상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최신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파일을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읽어와서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자동완성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리스트를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생성해야함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  <a:sym typeface="Wingdings" panose="05000000000000000000" pitchFamily="2" charset="2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해당 입력 데이터들은 사용자 단위별로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로그인 기준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)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재료 현황이 저장됨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현재 나의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백엔드와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 연결 필요한데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사용자에 대한 정보는 새로운 데이터셋을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SQL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에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만들어야함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이것에 대한 너의 조언이 필요함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)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 그리고 비로그인 유저들도 재료를 저장할 순 있으나 쿠키로만 저장됨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  <a:sym typeface="Wingdings" panose="05000000000000000000" pitchFamily="2" charset="2"/>
            </a:endParaRP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재고 관리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사용자가 어떻게 입력창에 지정을 했는지에 따라 냉동보관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냉장보관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 영역으로 재료들이 나뉜다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즉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뒷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페이지인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번째 페이지에 자세히 설명이 나올 텐데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 추가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부분에서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재료를 입력하고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엔터를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치는 순간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팝업창이 뜨며 유통기간에 대한 설정과 보관 공간에 대한 설정을 저장할 재료별로 하게 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그 기준으로 나뉘어서 저렇게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냉동보관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냉장보관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실온보관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＇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으로 키워드가 나뉘어서 저장이 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키워드별 삭제도 가능하게끔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X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버튼도 만들어 놨다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Ⓓ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광고 추가 할 자리 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 부분은 일단 비워두고 저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렇게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섹션을 빨간 실선으로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그려놓기만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하고 안에는 저렇게 빨간 글씨로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써두기만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하기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ⓔ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상단 로고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 페이지에 항상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삽입되어있는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것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앱 상단에 항상 노출되어 있는 로고이다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매 페이지마다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반복해주면된다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해당 로고는 아래의 경로에 있음 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"C:\Users\user\Desktop\RefrigeratorCode\frontend\src\assets\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냉털이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로고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white.png“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Ⓕ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검색기능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 페이지에 항상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삽입되어있는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것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레시피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검색기능인데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일단 이미지만 붙여 놓고 기능은 맨 마지막에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붙일거임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해당 이미지의 경로는 아래와 같음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"C:\Users\user\Desktop\RefrigeratorCode\frontend\src\assets\navigator_search.png"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A155965E-ABF7-A0D9-1CDF-5A1EFF02D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034FBCB-B0C2-0FE4-8500-1BEE8DBF43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FFB979A-FB8A-FC71-474E-9A46E808A6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1AFE271D-A849-98C8-9E6B-22CE6EC9FD5D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08000DA-3992-6F49-DF8B-544E938263DA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E37F6DD-D1D1-6C8B-77C3-21E25440C2A2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DB3AE4-4745-0BBE-6BDA-71B06608B94A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E4643441-A3E7-2107-C73F-D81AC438CF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14" y="14567779"/>
            <a:ext cx="298637" cy="527094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DE739724-3DCB-F7BC-C690-8D41B1416266}"/>
              </a:ext>
            </a:extLst>
          </p:cNvPr>
          <p:cNvSpPr txBox="1"/>
          <p:nvPr/>
        </p:nvSpPr>
        <p:spPr>
          <a:xfrm>
            <a:off x="381000" y="4662540"/>
            <a:ext cx="26665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재고 관리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3C7DE19-59F4-A551-84AD-E07648C2FD80}"/>
              </a:ext>
            </a:extLst>
          </p:cNvPr>
          <p:cNvSpPr txBox="1"/>
          <p:nvPr/>
        </p:nvSpPr>
        <p:spPr>
          <a:xfrm>
            <a:off x="630070" y="5037669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냉동보관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🧊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1AA5CE1-D1D4-E5F0-BDAC-72FC49E9E6FE}"/>
              </a:ext>
            </a:extLst>
          </p:cNvPr>
          <p:cNvSpPr txBox="1"/>
          <p:nvPr/>
        </p:nvSpPr>
        <p:spPr>
          <a:xfrm>
            <a:off x="630070" y="6861247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❄️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D820954-A5DC-E7BC-0C18-B6DBAC7F2770}"/>
              </a:ext>
            </a:extLst>
          </p:cNvPr>
          <p:cNvSpPr txBox="1"/>
          <p:nvPr/>
        </p:nvSpPr>
        <p:spPr>
          <a:xfrm>
            <a:off x="630070" y="8684824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</a:t>
            </a:r>
            <a:r>
              <a:rPr lang="en-US" altLang="ko-KR" sz="15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🌡️</a:t>
            </a: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31680261-9CB0-D83E-B3DE-2D7D553DC2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AAFF3CFC-F820-9C85-5926-8CA9A49E4D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57B3BBA2-11BE-FAAE-46E6-85C654780F32}"/>
              </a:ext>
            </a:extLst>
          </p:cNvPr>
          <p:cNvSpPr txBox="1"/>
          <p:nvPr/>
        </p:nvSpPr>
        <p:spPr>
          <a:xfrm>
            <a:off x="2254643" y="2412867"/>
            <a:ext cx="266654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 추가</a:t>
            </a:r>
          </a:p>
        </p:txBody>
      </p:sp>
      <p:grpSp>
        <p:nvGrpSpPr>
          <p:cNvPr id="2069" name="그룹 2068">
            <a:extLst>
              <a:ext uri="{FF2B5EF4-FFF2-40B4-BE49-F238E27FC236}">
                <a16:creationId xmlns:a16="http://schemas.microsoft.com/office/drawing/2014/main" id="{172CDEC3-BD72-37C7-6CFE-C9DE57DD75CB}"/>
              </a:ext>
            </a:extLst>
          </p:cNvPr>
          <p:cNvGrpSpPr/>
          <p:nvPr/>
        </p:nvGrpSpPr>
        <p:grpSpPr>
          <a:xfrm>
            <a:off x="793488" y="5403042"/>
            <a:ext cx="6043659" cy="1292586"/>
            <a:chOff x="793488" y="5403042"/>
            <a:chExt cx="6043659" cy="1292586"/>
          </a:xfrm>
        </p:grpSpPr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5A5D5BAB-D121-84A2-3584-EF58A539087D}"/>
                </a:ext>
              </a:extLst>
            </p:cNvPr>
            <p:cNvSpPr/>
            <p:nvPr/>
          </p:nvSpPr>
          <p:spPr>
            <a:xfrm>
              <a:off x="793488" y="540304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6724B339-9BF8-A59D-8688-6DF39F791F86}"/>
                </a:ext>
              </a:extLst>
            </p:cNvPr>
            <p:cNvSpPr/>
            <p:nvPr/>
          </p:nvSpPr>
          <p:spPr>
            <a:xfrm>
              <a:off x="6540665" y="560603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74C3C0DB-3913-C3A4-196E-E8E80E672A24}"/>
                </a:ext>
              </a:extLst>
            </p:cNvPr>
            <p:cNvGrpSpPr/>
            <p:nvPr/>
          </p:nvGrpSpPr>
          <p:grpSpPr>
            <a:xfrm>
              <a:off x="969973" y="5569092"/>
              <a:ext cx="933314" cy="261610"/>
              <a:chOff x="1168701" y="5655177"/>
              <a:chExt cx="933314" cy="261610"/>
            </a:xfrm>
          </p:grpSpPr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A121AC16-DF3B-DF84-6DC3-23FEF04AAE8B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86A82F09-98BF-E93E-2847-EE9C06DF3BD4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C41A359E-3C6F-46A9-0EEE-E8CB570F7A83}"/>
                </a:ext>
              </a:extLst>
            </p:cNvPr>
            <p:cNvGrpSpPr/>
            <p:nvPr/>
          </p:nvGrpSpPr>
          <p:grpSpPr>
            <a:xfrm>
              <a:off x="2002044" y="5569092"/>
              <a:ext cx="933314" cy="261610"/>
              <a:chOff x="1168701" y="5655177"/>
              <a:chExt cx="933314" cy="261610"/>
            </a:xfrm>
          </p:grpSpPr>
          <p:sp>
            <p:nvSpPr>
              <p:cNvPr id="146" name="사각형: 둥근 모서리 145">
                <a:extLst>
                  <a:ext uri="{FF2B5EF4-FFF2-40B4-BE49-F238E27FC236}">
                    <a16:creationId xmlns:a16="http://schemas.microsoft.com/office/drawing/2014/main" id="{44D15FC8-7342-427B-4F21-584CEDAAC6DC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만두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10A868C-F3B1-D1F5-E2D5-0026F187087A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A260EBAE-522A-5921-5FB3-58B9EE7F8825}"/>
                </a:ext>
              </a:extLst>
            </p:cNvPr>
            <p:cNvGrpSpPr/>
            <p:nvPr/>
          </p:nvGrpSpPr>
          <p:grpSpPr>
            <a:xfrm>
              <a:off x="3034115" y="5569092"/>
              <a:ext cx="933314" cy="261610"/>
              <a:chOff x="1168701" y="5655177"/>
              <a:chExt cx="933314" cy="261610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39E821BB-77B9-20FA-3176-297DF881DC53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대파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3B50442F-CF9A-2FCE-5010-1C5327C8EDE7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796108A1-A2BE-129F-25CB-C2FD98C0F731}"/>
                </a:ext>
              </a:extLst>
            </p:cNvPr>
            <p:cNvGrpSpPr/>
            <p:nvPr/>
          </p:nvGrpSpPr>
          <p:grpSpPr>
            <a:xfrm>
              <a:off x="4066186" y="5569092"/>
              <a:ext cx="933314" cy="261610"/>
              <a:chOff x="1168701" y="5655177"/>
              <a:chExt cx="933314" cy="261610"/>
            </a:xfrm>
          </p:grpSpPr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021D7126-D32E-1993-4A3E-F9E63893CBD9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표고버섯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E20AA869-7214-DA44-5095-ED20F0E1DD39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05FBCB17-DC21-5724-D9A4-22F7057B15CA}"/>
                </a:ext>
              </a:extLst>
            </p:cNvPr>
            <p:cNvGrpSpPr/>
            <p:nvPr/>
          </p:nvGrpSpPr>
          <p:grpSpPr>
            <a:xfrm>
              <a:off x="5098256" y="5569092"/>
              <a:ext cx="933314" cy="261610"/>
              <a:chOff x="1168701" y="5655177"/>
              <a:chExt cx="933314" cy="261610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B2C09C17-1038-9FD7-7643-9D594DBEDAD5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떡갈비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20E62336-600E-63CC-5C51-F96F2AFCC2C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26273C32-F94B-D697-5554-F081973D728F}"/>
                </a:ext>
              </a:extLst>
            </p:cNvPr>
            <p:cNvGrpSpPr/>
            <p:nvPr/>
          </p:nvGrpSpPr>
          <p:grpSpPr>
            <a:xfrm>
              <a:off x="969973" y="5898941"/>
              <a:ext cx="933314" cy="261610"/>
              <a:chOff x="1168701" y="5655177"/>
              <a:chExt cx="933314" cy="261610"/>
            </a:xfrm>
          </p:grpSpPr>
          <p:sp>
            <p:nvSpPr>
              <p:cNvPr id="158" name="사각형: 둥근 모서리 157">
                <a:extLst>
                  <a:ext uri="{FF2B5EF4-FFF2-40B4-BE49-F238E27FC236}">
                    <a16:creationId xmlns:a16="http://schemas.microsoft.com/office/drawing/2014/main" id="{E2932DF1-AFC5-AA61-1724-80FC418080E8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709C15B0-DA22-DB79-D98F-A409A4604164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2434A8A1-1487-2A3E-5E15-AAE8CFB88010}"/>
                </a:ext>
              </a:extLst>
            </p:cNvPr>
            <p:cNvGrpSpPr/>
            <p:nvPr/>
          </p:nvGrpSpPr>
          <p:grpSpPr>
            <a:xfrm>
              <a:off x="2002044" y="5898941"/>
              <a:ext cx="933314" cy="261610"/>
              <a:chOff x="1168701" y="5655177"/>
              <a:chExt cx="933314" cy="261610"/>
            </a:xfrm>
          </p:grpSpPr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84093725-0627-16AD-5F40-9FC5B03315BB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고구마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82C9A30-1A80-4721-59A6-ADEAD6E36EB5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2068" name="그룹 2067">
            <a:extLst>
              <a:ext uri="{FF2B5EF4-FFF2-40B4-BE49-F238E27FC236}">
                <a16:creationId xmlns:a16="http://schemas.microsoft.com/office/drawing/2014/main" id="{1CD1DE9B-E962-6C71-3C0B-28AA70C9FB35}"/>
              </a:ext>
            </a:extLst>
          </p:cNvPr>
          <p:cNvGrpSpPr/>
          <p:nvPr/>
        </p:nvGrpSpPr>
        <p:grpSpPr>
          <a:xfrm>
            <a:off x="793488" y="7245609"/>
            <a:ext cx="6043659" cy="1292586"/>
            <a:chOff x="793488" y="7226502"/>
            <a:chExt cx="6043659" cy="1292586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500B9386-02E9-1A53-2EDF-3DDF9EDBA9BA}"/>
                </a:ext>
              </a:extLst>
            </p:cNvPr>
            <p:cNvSpPr/>
            <p:nvPr/>
          </p:nvSpPr>
          <p:spPr>
            <a:xfrm>
              <a:off x="793488" y="722650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FF7E63E5-7738-7EC7-9572-5CB594663711}"/>
                </a:ext>
              </a:extLst>
            </p:cNvPr>
            <p:cNvSpPr/>
            <p:nvPr/>
          </p:nvSpPr>
          <p:spPr>
            <a:xfrm>
              <a:off x="6540665" y="742949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C4402EEE-617C-1987-197E-C5B54CD3C060}"/>
                </a:ext>
              </a:extLst>
            </p:cNvPr>
            <p:cNvGrpSpPr/>
            <p:nvPr/>
          </p:nvGrpSpPr>
          <p:grpSpPr>
            <a:xfrm>
              <a:off x="969973" y="7392552"/>
              <a:ext cx="933314" cy="261610"/>
              <a:chOff x="1168701" y="5655177"/>
              <a:chExt cx="933314" cy="261610"/>
            </a:xfrm>
          </p:grpSpPr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CB9C4F15-BFF1-3E16-AC23-DDB410D27A3A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계란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47B42709-61A5-3538-C22B-7082BA052DA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2E275C0A-9445-7603-42CF-6BBEE8B0E77D}"/>
                </a:ext>
              </a:extLst>
            </p:cNvPr>
            <p:cNvGrpSpPr/>
            <p:nvPr/>
          </p:nvGrpSpPr>
          <p:grpSpPr>
            <a:xfrm>
              <a:off x="2002044" y="7392552"/>
              <a:ext cx="933314" cy="261610"/>
              <a:chOff x="1168701" y="5655177"/>
              <a:chExt cx="933314" cy="261610"/>
            </a:xfrm>
          </p:grpSpPr>
          <p:sp>
            <p:nvSpPr>
              <p:cNvPr id="169" name="사각형: 둥근 모서리 168">
                <a:extLst>
                  <a:ext uri="{FF2B5EF4-FFF2-40B4-BE49-F238E27FC236}">
                    <a16:creationId xmlns:a16="http://schemas.microsoft.com/office/drawing/2014/main" id="{46EFA433-9156-F6CB-377E-3DA76806568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1FEC30CF-30B7-CDB9-5D0E-B270E988456F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9BFB8F2B-5860-0F3A-B1DA-CEB6D2DCEF9E}"/>
                </a:ext>
              </a:extLst>
            </p:cNvPr>
            <p:cNvGrpSpPr/>
            <p:nvPr/>
          </p:nvGrpSpPr>
          <p:grpSpPr>
            <a:xfrm>
              <a:off x="3034115" y="7392552"/>
              <a:ext cx="933314" cy="261610"/>
              <a:chOff x="1168701" y="5655177"/>
              <a:chExt cx="933314" cy="261610"/>
            </a:xfrm>
          </p:grpSpPr>
          <p:sp>
            <p:nvSpPr>
              <p:cNvPr id="172" name="사각형: 둥근 모서리 171">
                <a:extLst>
                  <a:ext uri="{FF2B5EF4-FFF2-40B4-BE49-F238E27FC236}">
                    <a16:creationId xmlns:a16="http://schemas.microsoft.com/office/drawing/2014/main" id="{B4F039AC-2D18-C477-FB83-C1F96F2CFBF7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쌈장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E939E602-AE1B-A51A-04C9-C608F9AFB64A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19F5B3F5-847B-9C2F-34E7-4323AFBC936F}"/>
                </a:ext>
              </a:extLst>
            </p:cNvPr>
            <p:cNvGrpSpPr/>
            <p:nvPr/>
          </p:nvGrpSpPr>
          <p:grpSpPr>
            <a:xfrm>
              <a:off x="4066186" y="7392552"/>
              <a:ext cx="933314" cy="261610"/>
              <a:chOff x="1168701" y="5655177"/>
              <a:chExt cx="933314" cy="261610"/>
            </a:xfrm>
          </p:grpSpPr>
          <p:sp>
            <p:nvSpPr>
              <p:cNvPr id="175" name="사각형: 둥근 모서리 174">
                <a:extLst>
                  <a:ext uri="{FF2B5EF4-FFF2-40B4-BE49-F238E27FC236}">
                    <a16:creationId xmlns:a16="http://schemas.microsoft.com/office/drawing/2014/main" id="{7A392B2E-BF16-D981-75F2-C53B22AB250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우유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21DF2F3B-C67E-4F47-F7AD-AFC21A680079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3E26C351-C3D0-FB80-7127-AE6193174958}"/>
                </a:ext>
              </a:extLst>
            </p:cNvPr>
            <p:cNvGrpSpPr/>
            <p:nvPr/>
          </p:nvGrpSpPr>
          <p:grpSpPr>
            <a:xfrm>
              <a:off x="5098256" y="7392552"/>
              <a:ext cx="933314" cy="261610"/>
              <a:chOff x="1168701" y="5655177"/>
              <a:chExt cx="933314" cy="261610"/>
            </a:xfrm>
          </p:grpSpPr>
          <p:sp>
            <p:nvSpPr>
              <p:cNvPr id="178" name="사각형: 둥근 모서리 177">
                <a:extLst>
                  <a:ext uri="{FF2B5EF4-FFF2-40B4-BE49-F238E27FC236}">
                    <a16:creationId xmlns:a16="http://schemas.microsoft.com/office/drawing/2014/main" id="{C03962D1-2455-44D9-3EB3-8DFC96AA5EC9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파스타면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BA01A555-8AAF-4ECC-0214-48EA5C0644F3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4968159C-1026-976C-C5CF-D0BAD55B6DF4}"/>
                </a:ext>
              </a:extLst>
            </p:cNvPr>
            <p:cNvGrpSpPr/>
            <p:nvPr/>
          </p:nvGrpSpPr>
          <p:grpSpPr>
            <a:xfrm>
              <a:off x="969973" y="7722401"/>
              <a:ext cx="933314" cy="261610"/>
              <a:chOff x="1168701" y="5655177"/>
              <a:chExt cx="933314" cy="261610"/>
            </a:xfrm>
          </p:grpSpPr>
          <p:sp>
            <p:nvSpPr>
              <p:cNvPr id="181" name="사각형: 둥근 모서리 180">
                <a:extLst>
                  <a:ext uri="{FF2B5EF4-FFF2-40B4-BE49-F238E27FC236}">
                    <a16:creationId xmlns:a16="http://schemas.microsoft.com/office/drawing/2014/main" id="{25FBD137-5E36-FDAB-E072-FC9BB58B316E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두부면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5852725-3499-8B95-CFE5-71C4D5978C2C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13F4C3A6-D0BC-3434-0A7C-8E2B7FB65746}"/>
                </a:ext>
              </a:extLst>
            </p:cNvPr>
            <p:cNvSpPr txBox="1"/>
            <p:nvPr/>
          </p:nvSpPr>
          <p:spPr>
            <a:xfrm>
              <a:off x="2723624" y="7722401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066" name="그룹 2065">
            <a:extLst>
              <a:ext uri="{FF2B5EF4-FFF2-40B4-BE49-F238E27FC236}">
                <a16:creationId xmlns:a16="http://schemas.microsoft.com/office/drawing/2014/main" id="{9B162813-14F0-EBB1-A0E8-3453C2EBC84D}"/>
              </a:ext>
            </a:extLst>
          </p:cNvPr>
          <p:cNvGrpSpPr/>
          <p:nvPr/>
        </p:nvGrpSpPr>
        <p:grpSpPr>
          <a:xfrm>
            <a:off x="787903" y="9088176"/>
            <a:ext cx="6043659" cy="1292586"/>
            <a:chOff x="787903" y="9088176"/>
            <a:chExt cx="6043659" cy="1292586"/>
          </a:xfrm>
        </p:grpSpPr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DF69C9A3-BF72-7F9C-EBA0-F19E74117DC9}"/>
                </a:ext>
              </a:extLst>
            </p:cNvPr>
            <p:cNvSpPr/>
            <p:nvPr/>
          </p:nvSpPr>
          <p:spPr>
            <a:xfrm>
              <a:off x="787903" y="9088176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667F2D45-FBC5-86F7-3CF9-25614DE6AED5}"/>
                </a:ext>
              </a:extLst>
            </p:cNvPr>
            <p:cNvSpPr/>
            <p:nvPr/>
          </p:nvSpPr>
          <p:spPr>
            <a:xfrm>
              <a:off x="6535080" y="9291171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2C11F6FF-463D-294C-F68F-164C2A6C197D}"/>
                </a:ext>
              </a:extLst>
            </p:cNvPr>
            <p:cNvGrpSpPr/>
            <p:nvPr/>
          </p:nvGrpSpPr>
          <p:grpSpPr>
            <a:xfrm>
              <a:off x="964388" y="9254226"/>
              <a:ext cx="933314" cy="261610"/>
              <a:chOff x="1168701" y="5655177"/>
              <a:chExt cx="933314" cy="261610"/>
            </a:xfrm>
          </p:grpSpPr>
          <p:sp>
            <p:nvSpPr>
              <p:cNvPr id="189" name="사각형: 둥근 모서리 188">
                <a:extLst>
                  <a:ext uri="{FF2B5EF4-FFF2-40B4-BE49-F238E27FC236}">
                    <a16:creationId xmlns:a16="http://schemas.microsoft.com/office/drawing/2014/main" id="{3D3D76BD-C967-9701-049B-2D6B18D8677C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아몬드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FA464670-9AEA-288D-E453-E0DFBCA76CC7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EF0E72AE-199A-AF5A-856C-739AC77F4A04}"/>
                </a:ext>
              </a:extLst>
            </p:cNvPr>
            <p:cNvGrpSpPr/>
            <p:nvPr/>
          </p:nvGrpSpPr>
          <p:grpSpPr>
            <a:xfrm>
              <a:off x="1996459" y="9254226"/>
              <a:ext cx="933314" cy="261610"/>
              <a:chOff x="1168701" y="5655177"/>
              <a:chExt cx="933314" cy="261610"/>
            </a:xfrm>
          </p:grpSpPr>
          <p:sp>
            <p:nvSpPr>
              <p:cNvPr id="2048" name="사각형: 둥근 모서리 2047">
                <a:extLst>
                  <a:ext uri="{FF2B5EF4-FFF2-40B4-BE49-F238E27FC236}">
                    <a16:creationId xmlns:a16="http://schemas.microsoft.com/office/drawing/2014/main" id="{5F0E019E-236A-2F82-DD24-2ACB6B3F9F5D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양파</a:t>
                </a:r>
              </a:p>
            </p:txBody>
          </p:sp>
          <p:sp>
            <p:nvSpPr>
              <p:cNvPr id="2049" name="TextBox 2048">
                <a:extLst>
                  <a:ext uri="{FF2B5EF4-FFF2-40B4-BE49-F238E27FC236}">
                    <a16:creationId xmlns:a16="http://schemas.microsoft.com/office/drawing/2014/main" id="{49082398-2155-4915-BD45-ECED783D5570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8316C947-1AC3-DF49-1827-CB728D3D0993}"/>
                </a:ext>
              </a:extLst>
            </p:cNvPr>
            <p:cNvSpPr txBox="1"/>
            <p:nvPr/>
          </p:nvSpPr>
          <p:spPr>
            <a:xfrm>
              <a:off x="3750110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9B8BB1A2-7009-BB38-34F3-EAF529BF1B16}"/>
                </a:ext>
              </a:extLst>
            </p:cNvPr>
            <p:cNvSpPr txBox="1"/>
            <p:nvPr/>
          </p:nvSpPr>
          <p:spPr>
            <a:xfrm>
              <a:off x="478218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9" name="TextBox 2058">
              <a:extLst>
                <a:ext uri="{FF2B5EF4-FFF2-40B4-BE49-F238E27FC236}">
                  <a16:creationId xmlns:a16="http://schemas.microsoft.com/office/drawing/2014/main" id="{824EF478-27E1-7D59-CAD4-EEF22CB3F5C1}"/>
                </a:ext>
              </a:extLst>
            </p:cNvPr>
            <p:cNvSpPr txBox="1"/>
            <p:nvPr/>
          </p:nvSpPr>
          <p:spPr>
            <a:xfrm>
              <a:off x="581425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62" name="TextBox 2061">
              <a:extLst>
                <a:ext uri="{FF2B5EF4-FFF2-40B4-BE49-F238E27FC236}">
                  <a16:creationId xmlns:a16="http://schemas.microsoft.com/office/drawing/2014/main" id="{A0B8A0BC-6BDB-DECB-761F-D143CC6DC721}"/>
                </a:ext>
              </a:extLst>
            </p:cNvPr>
            <p:cNvSpPr txBox="1"/>
            <p:nvPr/>
          </p:nvSpPr>
          <p:spPr>
            <a:xfrm>
              <a:off x="1685968" y="9584075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73693D18-E750-843A-39C9-8C55B090AC36}"/>
              </a:ext>
            </a:extLst>
          </p:cNvPr>
          <p:cNvCxnSpPr>
            <a:cxnSpLocks/>
          </p:cNvCxnSpPr>
          <p:nvPr/>
        </p:nvCxnSpPr>
        <p:spPr>
          <a:xfrm>
            <a:off x="381000" y="4965700"/>
            <a:ext cx="6450562" cy="0"/>
          </a:xfrm>
          <a:prstGeom prst="lin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3" name="사각형: 둥근 모서리 2072">
            <a:extLst>
              <a:ext uri="{FF2B5EF4-FFF2-40B4-BE49-F238E27FC236}">
                <a16:creationId xmlns:a16="http://schemas.microsoft.com/office/drawing/2014/main" id="{3EC899E7-1929-A55D-3947-A42E96866DFB}"/>
              </a:ext>
            </a:extLst>
          </p:cNvPr>
          <p:cNvSpPr/>
          <p:nvPr/>
        </p:nvSpPr>
        <p:spPr>
          <a:xfrm>
            <a:off x="682423" y="10900454"/>
            <a:ext cx="6087321" cy="2805297"/>
          </a:xfrm>
          <a:prstGeom prst="roundRect">
            <a:avLst>
              <a:gd name="adj" fmla="val 8518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광고 추가 할 자리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타겟 소비자가 살만한 재료들을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쿠팡이나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마켓컬리의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제품과 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바로 이동 가능하게 하는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광고 삽입하기</a:t>
            </a:r>
          </a:p>
        </p:txBody>
      </p:sp>
      <p:sp>
        <p:nvSpPr>
          <p:cNvPr id="2077" name="직사각형 2076">
            <a:extLst>
              <a:ext uri="{FF2B5EF4-FFF2-40B4-BE49-F238E27FC236}">
                <a16:creationId xmlns:a16="http://schemas.microsoft.com/office/drawing/2014/main" id="{BF271C07-AD43-4FBE-80B4-7B7BEEAD597F}"/>
              </a:ext>
            </a:extLst>
          </p:cNvPr>
          <p:cNvSpPr/>
          <p:nvPr/>
        </p:nvSpPr>
        <p:spPr>
          <a:xfrm>
            <a:off x="-73777" y="14222726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3200" dirty="0"/>
          </a:p>
        </p:txBody>
      </p:sp>
      <p:sp>
        <p:nvSpPr>
          <p:cNvPr id="2079" name="직사각형 2078">
            <a:extLst>
              <a:ext uri="{FF2B5EF4-FFF2-40B4-BE49-F238E27FC236}">
                <a16:creationId xmlns:a16="http://schemas.microsoft.com/office/drawing/2014/main" id="{A46DF644-6E0B-8206-6176-C7AD96BD13EE}"/>
              </a:ext>
            </a:extLst>
          </p:cNvPr>
          <p:cNvSpPr/>
          <p:nvPr/>
        </p:nvSpPr>
        <p:spPr>
          <a:xfrm>
            <a:off x="117443" y="3904766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Ⓒ</a:t>
            </a:r>
            <a:endParaRPr lang="ko-KR" altLang="en-US" sz="3200" dirty="0"/>
          </a:p>
        </p:txBody>
      </p:sp>
      <p:sp>
        <p:nvSpPr>
          <p:cNvPr id="2080" name="직사각형 2079">
            <a:extLst>
              <a:ext uri="{FF2B5EF4-FFF2-40B4-BE49-F238E27FC236}">
                <a16:creationId xmlns:a16="http://schemas.microsoft.com/office/drawing/2014/main" id="{823A21D9-BD52-F695-6FEC-F3B16146FEE5}"/>
              </a:ext>
            </a:extLst>
          </p:cNvPr>
          <p:cNvSpPr/>
          <p:nvPr/>
        </p:nvSpPr>
        <p:spPr>
          <a:xfrm>
            <a:off x="189780" y="10709896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Ⓓ</a:t>
            </a:r>
            <a:endParaRPr lang="ko-KR" altLang="en-US" sz="3200" dirty="0"/>
          </a:p>
        </p:txBody>
      </p:sp>
      <p:sp>
        <p:nvSpPr>
          <p:cNvPr id="2082" name="직사각형 2081">
            <a:extLst>
              <a:ext uri="{FF2B5EF4-FFF2-40B4-BE49-F238E27FC236}">
                <a16:creationId xmlns:a16="http://schemas.microsoft.com/office/drawing/2014/main" id="{E4FFBADC-6E29-687F-73B6-995D1E1B36D6}"/>
              </a:ext>
            </a:extLst>
          </p:cNvPr>
          <p:cNvSpPr/>
          <p:nvPr/>
        </p:nvSpPr>
        <p:spPr>
          <a:xfrm>
            <a:off x="35502" y="178798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Ⓔ</a:t>
            </a:r>
            <a:endParaRPr lang="ko-KR" altLang="en-US" sz="3200" dirty="0"/>
          </a:p>
        </p:txBody>
      </p:sp>
      <p:sp>
        <p:nvSpPr>
          <p:cNvPr id="2083" name="직사각형 2082">
            <a:extLst>
              <a:ext uri="{FF2B5EF4-FFF2-40B4-BE49-F238E27FC236}">
                <a16:creationId xmlns:a16="http://schemas.microsoft.com/office/drawing/2014/main" id="{10AEB1CE-678E-2CEB-E68F-09061CD75927}"/>
              </a:ext>
            </a:extLst>
          </p:cNvPr>
          <p:cNvSpPr/>
          <p:nvPr/>
        </p:nvSpPr>
        <p:spPr>
          <a:xfrm>
            <a:off x="5886363" y="294959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Ⓕ</a:t>
            </a:r>
            <a:endParaRPr lang="ko-KR" altLang="en-US" sz="3200" dirty="0"/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5245E73C-6790-8EC1-9595-1EB54CA75EC9}"/>
              </a:ext>
            </a:extLst>
          </p:cNvPr>
          <p:cNvSpPr txBox="1"/>
          <p:nvPr/>
        </p:nvSpPr>
        <p:spPr>
          <a:xfrm>
            <a:off x="-118714" y="-643623"/>
            <a:ext cx="8907114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추가 및 관리 메인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)]</a:t>
            </a: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D6B0EAD2-F0F1-166B-FF42-30977CC94ADB}"/>
              </a:ext>
            </a:extLst>
          </p:cNvPr>
          <p:cNvGrpSpPr/>
          <p:nvPr/>
        </p:nvGrpSpPr>
        <p:grpSpPr>
          <a:xfrm>
            <a:off x="1242016" y="2934157"/>
            <a:ext cx="4784425" cy="312976"/>
            <a:chOff x="1187296" y="2934157"/>
            <a:chExt cx="4784425" cy="312976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B3564DF3-9D29-9BFD-53AA-A5F6FF5CF2AA}"/>
                </a:ext>
              </a:extLst>
            </p:cNvPr>
            <p:cNvSpPr/>
            <p:nvPr/>
          </p:nvSpPr>
          <p:spPr>
            <a:xfrm>
              <a:off x="1187296" y="2936959"/>
              <a:ext cx="3720496" cy="310174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360">
                <a:ln>
                  <a:solidFill>
                    <a:schemeClr val="bg1"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D5B40F10-D244-A58A-47D4-DC4BCB96C064}"/>
                </a:ext>
              </a:extLst>
            </p:cNvPr>
            <p:cNvSpPr txBox="1"/>
            <p:nvPr/>
          </p:nvSpPr>
          <p:spPr>
            <a:xfrm>
              <a:off x="1234504" y="2968334"/>
              <a:ext cx="2981023" cy="247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KoPubWorld돋움체 Medium" panose="00000600000000000000" pitchFamily="2" charset="-127"/>
                </a:rPr>
                <a:t>추가 할 재료명을 입력해주세요</a:t>
              </a:r>
            </a:p>
          </p:txBody>
        </p:sp>
        <p:sp>
          <p:nvSpPr>
            <p:cNvPr id="2085" name="사각형: 둥근 모서리 2084">
              <a:extLst>
                <a:ext uri="{FF2B5EF4-FFF2-40B4-BE49-F238E27FC236}">
                  <a16:creationId xmlns:a16="http://schemas.microsoft.com/office/drawing/2014/main" id="{1A3122B4-0F2D-8A85-EDA7-93D7DD71F13B}"/>
                </a:ext>
              </a:extLst>
            </p:cNvPr>
            <p:cNvSpPr/>
            <p:nvPr/>
          </p:nvSpPr>
          <p:spPr>
            <a:xfrm>
              <a:off x="5042869" y="2934157"/>
              <a:ext cx="928852" cy="31017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입력</a:t>
              </a:r>
            </a:p>
          </p:txBody>
        </p:sp>
      </p:grpSp>
      <p:sp>
        <p:nvSpPr>
          <p:cNvPr id="2078" name="직사각형 2077">
            <a:extLst>
              <a:ext uri="{FF2B5EF4-FFF2-40B4-BE49-F238E27FC236}">
                <a16:creationId xmlns:a16="http://schemas.microsoft.com/office/drawing/2014/main" id="{94A86E3F-6B9D-8ECF-035F-7B5886DD072B}"/>
              </a:ext>
            </a:extLst>
          </p:cNvPr>
          <p:cNvSpPr/>
          <p:nvPr/>
        </p:nvSpPr>
        <p:spPr>
          <a:xfrm>
            <a:off x="201061" y="1713255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ⓑ</a:t>
            </a:r>
            <a:endParaRPr lang="ko-KR" altLang="en-US" sz="3200" dirty="0"/>
          </a:p>
        </p:txBody>
      </p:sp>
      <p:grpSp>
        <p:nvGrpSpPr>
          <p:cNvPr id="2095" name="그룹 2094">
            <a:extLst>
              <a:ext uri="{FF2B5EF4-FFF2-40B4-BE49-F238E27FC236}">
                <a16:creationId xmlns:a16="http://schemas.microsoft.com/office/drawing/2014/main" id="{A3314521-6D4C-8762-C1F0-0C6C4FBFC5CF}"/>
              </a:ext>
            </a:extLst>
          </p:cNvPr>
          <p:cNvGrpSpPr/>
          <p:nvPr/>
        </p:nvGrpSpPr>
        <p:grpSpPr>
          <a:xfrm>
            <a:off x="7698100" y="5253023"/>
            <a:ext cx="3129344" cy="702498"/>
            <a:chOff x="7698100" y="5253023"/>
            <a:chExt cx="3129344" cy="702498"/>
          </a:xfrm>
        </p:grpSpPr>
        <p:sp>
          <p:nvSpPr>
            <p:cNvPr id="2088" name="사각형: 둥근 모서리 2087">
              <a:extLst>
                <a:ext uri="{FF2B5EF4-FFF2-40B4-BE49-F238E27FC236}">
                  <a16:creationId xmlns:a16="http://schemas.microsoft.com/office/drawing/2014/main" id="{3C16AE64-DC1F-2193-0F06-50E28C385A57}"/>
                </a:ext>
              </a:extLst>
            </p:cNvPr>
            <p:cNvSpPr/>
            <p:nvPr/>
          </p:nvSpPr>
          <p:spPr>
            <a:xfrm>
              <a:off x="7698100" y="5253023"/>
              <a:ext cx="3129344" cy="702498"/>
            </a:xfrm>
            <a:prstGeom prst="roundRect">
              <a:avLst>
                <a:gd name="adj" fmla="val 50000"/>
              </a:avLst>
            </a:prstGeom>
            <a:solidFill>
              <a:srgbClr val="44444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2" name="TextBox 2091">
              <a:extLst>
                <a:ext uri="{FF2B5EF4-FFF2-40B4-BE49-F238E27FC236}">
                  <a16:creationId xmlns:a16="http://schemas.microsoft.com/office/drawing/2014/main" id="{F32F7E37-7284-BD2C-380F-DE7703486D90}"/>
                </a:ext>
              </a:extLst>
            </p:cNvPr>
            <p:cNvSpPr txBox="1"/>
            <p:nvPr/>
          </p:nvSpPr>
          <p:spPr>
            <a:xfrm>
              <a:off x="7851338" y="5410345"/>
              <a:ext cx="8877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삭제됨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93" name="사각형: 둥근 모서리 2092">
              <a:extLst>
                <a:ext uri="{FF2B5EF4-FFF2-40B4-BE49-F238E27FC236}">
                  <a16:creationId xmlns:a16="http://schemas.microsoft.com/office/drawing/2014/main" id="{313431D2-9952-F490-0FEB-9F61F1B65F07}"/>
                </a:ext>
              </a:extLst>
            </p:cNvPr>
            <p:cNvSpPr/>
            <p:nvPr/>
          </p:nvSpPr>
          <p:spPr>
            <a:xfrm>
              <a:off x="8739110" y="5360834"/>
              <a:ext cx="1065536" cy="468355"/>
            </a:xfrm>
            <a:prstGeom prst="roundRect">
              <a:avLst/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되돌리기</a:t>
              </a:r>
            </a:p>
          </p:txBody>
        </p:sp>
        <p:sp>
          <p:nvSpPr>
            <p:cNvPr id="2094" name="사각형: 둥근 모서리 2093">
              <a:extLst>
                <a:ext uri="{FF2B5EF4-FFF2-40B4-BE49-F238E27FC236}">
                  <a16:creationId xmlns:a16="http://schemas.microsoft.com/office/drawing/2014/main" id="{565BF322-CAB8-9F96-8E5F-9C0CA9DF14C4}"/>
                </a:ext>
              </a:extLst>
            </p:cNvPr>
            <p:cNvSpPr/>
            <p:nvPr/>
          </p:nvSpPr>
          <p:spPr>
            <a:xfrm>
              <a:off x="9888561" y="5360834"/>
              <a:ext cx="620636" cy="468355"/>
            </a:xfrm>
            <a:prstGeom prst="roundRect">
              <a:avLst/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닫기</a:t>
              </a:r>
            </a:p>
          </p:txBody>
        </p:sp>
      </p:grpSp>
      <p:sp>
        <p:nvSpPr>
          <p:cNvPr id="2097" name="사각형: 둥근 모서리 2096">
            <a:extLst>
              <a:ext uri="{FF2B5EF4-FFF2-40B4-BE49-F238E27FC236}">
                <a16:creationId xmlns:a16="http://schemas.microsoft.com/office/drawing/2014/main" id="{6BEE31C5-B912-73D6-542E-573E9F26C9E1}"/>
              </a:ext>
            </a:extLst>
          </p:cNvPr>
          <p:cNvSpPr/>
          <p:nvPr/>
        </p:nvSpPr>
        <p:spPr>
          <a:xfrm>
            <a:off x="8780803" y="9136076"/>
            <a:ext cx="678135" cy="31017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2098" name="TextBox 2097">
            <a:extLst>
              <a:ext uri="{FF2B5EF4-FFF2-40B4-BE49-F238E27FC236}">
                <a16:creationId xmlns:a16="http://schemas.microsoft.com/office/drawing/2014/main" id="{EE75B271-7CF0-51FA-CE0C-73FF72611E49}"/>
              </a:ext>
            </a:extLst>
          </p:cNvPr>
          <p:cNvSpPr txBox="1"/>
          <p:nvPr/>
        </p:nvSpPr>
        <p:spPr>
          <a:xfrm>
            <a:off x="8804406" y="9175071"/>
            <a:ext cx="630927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모두삭제</a:t>
            </a:r>
          </a:p>
        </p:txBody>
      </p:sp>
      <p:pic>
        <p:nvPicPr>
          <p:cNvPr id="2100" name="그림 2099">
            <a:extLst>
              <a:ext uri="{FF2B5EF4-FFF2-40B4-BE49-F238E27FC236}">
                <a16:creationId xmlns:a16="http://schemas.microsoft.com/office/drawing/2014/main" id="{58ABAE7E-9DCB-4B96-4419-E2E0AD7137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66" y="-68170"/>
            <a:ext cx="7103632" cy="15465716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E8D97D7F-F3C5-8D91-0DBD-B390E665B444}"/>
              </a:ext>
            </a:extLst>
          </p:cNvPr>
          <p:cNvGrpSpPr/>
          <p:nvPr/>
        </p:nvGrpSpPr>
        <p:grpSpPr>
          <a:xfrm>
            <a:off x="8273143" y="6742721"/>
            <a:ext cx="1775874" cy="606396"/>
            <a:chOff x="-1787615" y="6240509"/>
            <a:chExt cx="1775874" cy="60639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3C5369D-F0CB-A7ED-D2AD-90AC6AB16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-1787615" y="6240509"/>
              <a:ext cx="1775874" cy="60639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4E264EF-CD8C-9D83-0B0A-5C3568D3A3DC}"/>
                </a:ext>
              </a:extLst>
            </p:cNvPr>
            <p:cNvSpPr txBox="1"/>
            <p:nvPr/>
          </p:nvSpPr>
          <p:spPr>
            <a:xfrm>
              <a:off x="-653190" y="6374210"/>
              <a:ext cx="325530" cy="369332"/>
            </a:xfrm>
            <a:prstGeom prst="rect">
              <a:avLst/>
            </a:prstGeom>
            <a:solidFill>
              <a:srgbClr val="444444"/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X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45E5A0E-BE47-8083-5F73-ED639CA485E4}"/>
              </a:ext>
            </a:extLst>
          </p:cNvPr>
          <p:cNvCxnSpPr>
            <a:cxnSpLocks/>
            <a:stCxn id="3" idx="1"/>
            <a:endCxn id="3" idx="3"/>
          </p:cNvCxnSpPr>
          <p:nvPr/>
        </p:nvCxnSpPr>
        <p:spPr>
          <a:xfrm>
            <a:off x="8273143" y="7045919"/>
            <a:ext cx="1775874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C4D2825-905C-C470-E493-97D3777D9E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59309" y="-98869"/>
            <a:ext cx="7223119" cy="1552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62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7259-AEFE-4E90-C25E-8E573AC3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A27B3385-F273-D5A1-5879-67E5AFDE36C0}"/>
              </a:ext>
            </a:extLst>
          </p:cNvPr>
          <p:cNvSpPr/>
          <p:nvPr/>
        </p:nvSpPr>
        <p:spPr>
          <a:xfrm>
            <a:off x="-1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08256903-24BE-3126-E5D4-911BD257F9B2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643600-458E-B9B8-7D63-3085D3FD124F}"/>
              </a:ext>
            </a:extLst>
          </p:cNvPr>
          <p:cNvSpPr txBox="1"/>
          <p:nvPr/>
        </p:nvSpPr>
        <p:spPr>
          <a:xfrm>
            <a:off x="-11741" y="16572249"/>
            <a:ext cx="8673141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200" dirty="0"/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ⓐ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재료 상세 정보 입력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재료를 재료 검색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입력창에 입력한후 재료 선택을 치는 순간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팝업창이 뜨며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보관공간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에 대한 선택을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냉동보관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냉장보관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실온보관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중 한 개를 하게하고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소비기한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에 대한 선택을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유통기한이 있어요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유통기한은 없어요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몰라요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이렇게 세가지 중에 하나를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선택하도록한다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그리고 또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유통기한이 있어요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를 선택하거나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유통기한은 없어요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몰라요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를 선택하면 팝업창의 이미지가 또 다음 페이지로 넘어가는데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그건 다음 페이지에서 설명하겠다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그림의 경로는 아래와 같다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b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</a:b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냉동보관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"C:\Users\user\Desktop\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RefrigeratorCode\frontend\src\assets\Frozen_storage.png"</a:t>
            </a: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냉장보관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: "C:\Users\user\Desktop\RefrigeratorCode\frontend\src\assets\Refrigerated_storage.png"</a:t>
            </a:r>
            <a:b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:"C:\Users\user\Desktop\RefrigeratorCode\frontend\src\assets\Store_at_room_temperature.png"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16A1CAD6-69A9-7FE3-A5B1-89D4ADF06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9A9BBB0-D8C0-6F8E-E718-C7C37AAA1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E4545DC-00C4-F87C-D6BC-BBB9346B3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5C3B548-A6A6-0562-FC92-7A43E6FBBAC5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6A9C8D-592C-CCAA-A700-90950BDA8970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4814A8-32BB-3E0F-2D00-207D80105E03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07177AF-0F7E-A0F6-9070-AFC34404DFDC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FD9382CC-1A52-CA91-D20A-36BA16F447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14" y="14567779"/>
            <a:ext cx="298637" cy="527094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F3A281F5-AC72-B32D-3396-2AD19181FC30}"/>
              </a:ext>
            </a:extLst>
          </p:cNvPr>
          <p:cNvSpPr txBox="1"/>
          <p:nvPr/>
        </p:nvSpPr>
        <p:spPr>
          <a:xfrm>
            <a:off x="381000" y="4662540"/>
            <a:ext cx="26665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 관리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BACCB14-E3CD-7F8A-AA3D-7322D05F77D3}"/>
              </a:ext>
            </a:extLst>
          </p:cNvPr>
          <p:cNvSpPr txBox="1"/>
          <p:nvPr/>
        </p:nvSpPr>
        <p:spPr>
          <a:xfrm>
            <a:off x="630070" y="5037669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냉동보관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🧊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F5A1B2E-B927-0109-FCC5-5F9B62A8C103}"/>
              </a:ext>
            </a:extLst>
          </p:cNvPr>
          <p:cNvSpPr txBox="1"/>
          <p:nvPr/>
        </p:nvSpPr>
        <p:spPr>
          <a:xfrm>
            <a:off x="630070" y="6861247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❄️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8DF2A49-15EE-D539-06FA-D2D07F5977F5}"/>
              </a:ext>
            </a:extLst>
          </p:cNvPr>
          <p:cNvSpPr txBox="1"/>
          <p:nvPr/>
        </p:nvSpPr>
        <p:spPr>
          <a:xfrm>
            <a:off x="630070" y="8684824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</a:t>
            </a:r>
            <a:r>
              <a:rPr lang="en-US" altLang="ko-KR" sz="15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🌡️</a:t>
            </a: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8ECED698-C330-93BF-7DDE-1751107943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1AB40C9F-1CC5-1AAA-7214-16A6B90A90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EA7D89E7-2FB4-4A7E-7B5D-2F0BFB4B8612}"/>
              </a:ext>
            </a:extLst>
          </p:cNvPr>
          <p:cNvSpPr txBox="1"/>
          <p:nvPr/>
        </p:nvSpPr>
        <p:spPr>
          <a:xfrm>
            <a:off x="2254643" y="2412867"/>
            <a:ext cx="266654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 추가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F52690FD-D169-A762-C2DE-05183E4978AE}"/>
              </a:ext>
            </a:extLst>
          </p:cNvPr>
          <p:cNvSpPr/>
          <p:nvPr/>
        </p:nvSpPr>
        <p:spPr>
          <a:xfrm>
            <a:off x="1727805" y="2936959"/>
            <a:ext cx="3720496" cy="31017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743EFF0-459F-F854-E6BA-18E8DA70A826}"/>
              </a:ext>
            </a:extLst>
          </p:cNvPr>
          <p:cNvSpPr txBox="1"/>
          <p:nvPr/>
        </p:nvSpPr>
        <p:spPr>
          <a:xfrm>
            <a:off x="1775013" y="2968334"/>
            <a:ext cx="2981023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추가 할 재료명을 입력해주세요</a:t>
            </a:r>
          </a:p>
        </p:txBody>
      </p:sp>
      <p:grpSp>
        <p:nvGrpSpPr>
          <p:cNvPr id="2069" name="그룹 2068">
            <a:extLst>
              <a:ext uri="{FF2B5EF4-FFF2-40B4-BE49-F238E27FC236}">
                <a16:creationId xmlns:a16="http://schemas.microsoft.com/office/drawing/2014/main" id="{5FDD67FD-CB29-3D38-E507-BE1DAEB2DA86}"/>
              </a:ext>
            </a:extLst>
          </p:cNvPr>
          <p:cNvGrpSpPr/>
          <p:nvPr/>
        </p:nvGrpSpPr>
        <p:grpSpPr>
          <a:xfrm>
            <a:off x="793488" y="5403042"/>
            <a:ext cx="6043659" cy="1292586"/>
            <a:chOff x="793488" y="5403042"/>
            <a:chExt cx="6043659" cy="1292586"/>
          </a:xfrm>
        </p:grpSpPr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4A04B631-7FE5-7EB6-CFFC-BC9DBCCD84DC}"/>
                </a:ext>
              </a:extLst>
            </p:cNvPr>
            <p:cNvSpPr/>
            <p:nvPr/>
          </p:nvSpPr>
          <p:spPr>
            <a:xfrm>
              <a:off x="793488" y="540304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2066D5CA-16FF-D532-6A7B-E7EAC5F0E053}"/>
                </a:ext>
              </a:extLst>
            </p:cNvPr>
            <p:cNvSpPr/>
            <p:nvPr/>
          </p:nvSpPr>
          <p:spPr>
            <a:xfrm>
              <a:off x="6540665" y="560603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2B55DC36-0A5C-A46D-7681-B35F2C2A9469}"/>
                </a:ext>
              </a:extLst>
            </p:cNvPr>
            <p:cNvGrpSpPr/>
            <p:nvPr/>
          </p:nvGrpSpPr>
          <p:grpSpPr>
            <a:xfrm>
              <a:off x="969973" y="5569092"/>
              <a:ext cx="933314" cy="261610"/>
              <a:chOff x="1168701" y="5655177"/>
              <a:chExt cx="933314" cy="261610"/>
            </a:xfrm>
          </p:grpSpPr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996CB3C1-0AB2-A9AF-2C6F-DD3DB74C5262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095ECAF5-50E8-BDC1-6DE2-D83840CF960A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80A72F45-2765-C1C7-8626-F740CF5B9D8C}"/>
                </a:ext>
              </a:extLst>
            </p:cNvPr>
            <p:cNvGrpSpPr/>
            <p:nvPr/>
          </p:nvGrpSpPr>
          <p:grpSpPr>
            <a:xfrm>
              <a:off x="2002044" y="5569092"/>
              <a:ext cx="933314" cy="261610"/>
              <a:chOff x="1168701" y="5655177"/>
              <a:chExt cx="933314" cy="261610"/>
            </a:xfrm>
          </p:grpSpPr>
          <p:sp>
            <p:nvSpPr>
              <p:cNvPr id="146" name="사각형: 둥근 모서리 145">
                <a:extLst>
                  <a:ext uri="{FF2B5EF4-FFF2-40B4-BE49-F238E27FC236}">
                    <a16:creationId xmlns:a16="http://schemas.microsoft.com/office/drawing/2014/main" id="{4922BA95-7A3E-B10B-04B8-B0256F34D338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만두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FE8E134-5AB5-3BAC-0FC4-B0C188B9402D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97CD3181-5316-87AB-1D6B-F06909B98C90}"/>
                </a:ext>
              </a:extLst>
            </p:cNvPr>
            <p:cNvGrpSpPr/>
            <p:nvPr/>
          </p:nvGrpSpPr>
          <p:grpSpPr>
            <a:xfrm>
              <a:off x="3034115" y="5569092"/>
              <a:ext cx="933314" cy="261610"/>
              <a:chOff x="1168701" y="5655177"/>
              <a:chExt cx="933314" cy="261610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51411D47-31B3-CA66-65F2-87CECE9572FC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대파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F3E8173-C562-CC33-1A40-6FB5396BD0D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C6D0D085-24AE-C9E4-16E0-89DFAE1092D4}"/>
                </a:ext>
              </a:extLst>
            </p:cNvPr>
            <p:cNvGrpSpPr/>
            <p:nvPr/>
          </p:nvGrpSpPr>
          <p:grpSpPr>
            <a:xfrm>
              <a:off x="4066186" y="5569092"/>
              <a:ext cx="933314" cy="261610"/>
              <a:chOff x="1168701" y="5655177"/>
              <a:chExt cx="933314" cy="261610"/>
            </a:xfrm>
          </p:grpSpPr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3BBD62F3-C480-0E9B-5B8F-00247A68FE09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표고버섯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5B2C1D6-3D84-6DC0-EE4E-96FEB4A212B5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E526FA1F-927B-1558-D2DD-2D8F4E37170A}"/>
                </a:ext>
              </a:extLst>
            </p:cNvPr>
            <p:cNvGrpSpPr/>
            <p:nvPr/>
          </p:nvGrpSpPr>
          <p:grpSpPr>
            <a:xfrm>
              <a:off x="5098256" y="5569092"/>
              <a:ext cx="933314" cy="261610"/>
              <a:chOff x="1168701" y="5655177"/>
              <a:chExt cx="933314" cy="261610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24AABB9C-B616-A990-4A95-2FE9FC918E2E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떡갈비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2B602FE0-5654-8C9D-3D68-05430484C68D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4BA3BDD5-8965-5ED9-AC13-7C7A3196A666}"/>
                </a:ext>
              </a:extLst>
            </p:cNvPr>
            <p:cNvGrpSpPr/>
            <p:nvPr/>
          </p:nvGrpSpPr>
          <p:grpSpPr>
            <a:xfrm>
              <a:off x="969973" y="5898941"/>
              <a:ext cx="933314" cy="261610"/>
              <a:chOff x="1168701" y="5655177"/>
              <a:chExt cx="933314" cy="261610"/>
            </a:xfrm>
          </p:grpSpPr>
          <p:sp>
            <p:nvSpPr>
              <p:cNvPr id="158" name="사각형: 둥근 모서리 157">
                <a:extLst>
                  <a:ext uri="{FF2B5EF4-FFF2-40B4-BE49-F238E27FC236}">
                    <a16:creationId xmlns:a16="http://schemas.microsoft.com/office/drawing/2014/main" id="{43C821E5-AA95-C1EF-697A-630A3E7C0073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1B65B36D-07C6-2ADC-F38E-903A432D23E3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28D0F2E6-A005-5A98-2912-C2AA11298C69}"/>
                </a:ext>
              </a:extLst>
            </p:cNvPr>
            <p:cNvGrpSpPr/>
            <p:nvPr/>
          </p:nvGrpSpPr>
          <p:grpSpPr>
            <a:xfrm>
              <a:off x="2002044" y="5898941"/>
              <a:ext cx="933314" cy="261610"/>
              <a:chOff x="1168701" y="5655177"/>
              <a:chExt cx="933314" cy="261610"/>
            </a:xfrm>
          </p:grpSpPr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47C088F0-B86C-7091-E4AD-C95F3F043BC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고구마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A240383F-AAB5-B12C-AEB3-DA8CD0E49388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2068" name="그룹 2067">
            <a:extLst>
              <a:ext uri="{FF2B5EF4-FFF2-40B4-BE49-F238E27FC236}">
                <a16:creationId xmlns:a16="http://schemas.microsoft.com/office/drawing/2014/main" id="{DD17B958-DF5D-9499-D10F-BF1672360867}"/>
              </a:ext>
            </a:extLst>
          </p:cNvPr>
          <p:cNvGrpSpPr/>
          <p:nvPr/>
        </p:nvGrpSpPr>
        <p:grpSpPr>
          <a:xfrm>
            <a:off x="793488" y="7245609"/>
            <a:ext cx="6043659" cy="1292586"/>
            <a:chOff x="793488" y="7226502"/>
            <a:chExt cx="6043659" cy="1292586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E008B03B-A730-7C24-BA72-AE55B4D36602}"/>
                </a:ext>
              </a:extLst>
            </p:cNvPr>
            <p:cNvSpPr/>
            <p:nvPr/>
          </p:nvSpPr>
          <p:spPr>
            <a:xfrm>
              <a:off x="793488" y="722650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7E15DA89-B331-F13E-A938-14B90254839A}"/>
                </a:ext>
              </a:extLst>
            </p:cNvPr>
            <p:cNvSpPr/>
            <p:nvPr/>
          </p:nvSpPr>
          <p:spPr>
            <a:xfrm>
              <a:off x="6540665" y="742949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DC18E712-7BDE-B0B6-E413-99B6340DC88E}"/>
                </a:ext>
              </a:extLst>
            </p:cNvPr>
            <p:cNvGrpSpPr/>
            <p:nvPr/>
          </p:nvGrpSpPr>
          <p:grpSpPr>
            <a:xfrm>
              <a:off x="969973" y="7392552"/>
              <a:ext cx="933314" cy="261610"/>
              <a:chOff x="1168701" y="5655177"/>
              <a:chExt cx="933314" cy="261610"/>
            </a:xfrm>
          </p:grpSpPr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DF7668D7-1980-57FD-9851-88AA79EED43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계란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2BAFA45-6806-79CA-2D69-E99825573B2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705BC5EA-EA88-CD1A-3B4E-4A8691D0297F}"/>
                </a:ext>
              </a:extLst>
            </p:cNvPr>
            <p:cNvGrpSpPr/>
            <p:nvPr/>
          </p:nvGrpSpPr>
          <p:grpSpPr>
            <a:xfrm>
              <a:off x="2002044" y="7392552"/>
              <a:ext cx="933314" cy="261610"/>
              <a:chOff x="1168701" y="5655177"/>
              <a:chExt cx="933314" cy="261610"/>
            </a:xfrm>
          </p:grpSpPr>
          <p:sp>
            <p:nvSpPr>
              <p:cNvPr id="169" name="사각형: 둥근 모서리 168">
                <a:extLst>
                  <a:ext uri="{FF2B5EF4-FFF2-40B4-BE49-F238E27FC236}">
                    <a16:creationId xmlns:a16="http://schemas.microsoft.com/office/drawing/2014/main" id="{6882BFB7-9F7A-2A95-0BFC-35390CF35D4A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25CB725F-3719-7371-528E-E257AB0691CB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44758ECC-288A-732C-5DD9-50126D87BA37}"/>
                </a:ext>
              </a:extLst>
            </p:cNvPr>
            <p:cNvGrpSpPr/>
            <p:nvPr/>
          </p:nvGrpSpPr>
          <p:grpSpPr>
            <a:xfrm>
              <a:off x="3034115" y="7392552"/>
              <a:ext cx="933314" cy="261610"/>
              <a:chOff x="1168701" y="5655177"/>
              <a:chExt cx="933314" cy="261610"/>
            </a:xfrm>
          </p:grpSpPr>
          <p:sp>
            <p:nvSpPr>
              <p:cNvPr id="172" name="사각형: 둥근 모서리 171">
                <a:extLst>
                  <a:ext uri="{FF2B5EF4-FFF2-40B4-BE49-F238E27FC236}">
                    <a16:creationId xmlns:a16="http://schemas.microsoft.com/office/drawing/2014/main" id="{66D867D3-4CC5-79CA-1DE9-8767842313C7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쌈장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C488CFCA-D5BD-75B7-792A-053830297B5D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F6FB7E3D-E1EA-CDF6-4E46-255EEF8B88A1}"/>
                </a:ext>
              </a:extLst>
            </p:cNvPr>
            <p:cNvGrpSpPr/>
            <p:nvPr/>
          </p:nvGrpSpPr>
          <p:grpSpPr>
            <a:xfrm>
              <a:off x="4066186" y="7392552"/>
              <a:ext cx="933314" cy="261610"/>
              <a:chOff x="1168701" y="5655177"/>
              <a:chExt cx="933314" cy="261610"/>
            </a:xfrm>
          </p:grpSpPr>
          <p:sp>
            <p:nvSpPr>
              <p:cNvPr id="175" name="사각형: 둥근 모서리 174">
                <a:extLst>
                  <a:ext uri="{FF2B5EF4-FFF2-40B4-BE49-F238E27FC236}">
                    <a16:creationId xmlns:a16="http://schemas.microsoft.com/office/drawing/2014/main" id="{59C8BC29-B8CB-AD71-81CB-89C4B1D709E0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우유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0086C43-95F2-425C-2129-FB62465C4D23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BFC8CAC7-70D1-DE3C-04CE-89A4E5FEA6DA}"/>
                </a:ext>
              </a:extLst>
            </p:cNvPr>
            <p:cNvGrpSpPr/>
            <p:nvPr/>
          </p:nvGrpSpPr>
          <p:grpSpPr>
            <a:xfrm>
              <a:off x="5098256" y="7392552"/>
              <a:ext cx="933314" cy="261610"/>
              <a:chOff x="1168701" y="5655177"/>
              <a:chExt cx="933314" cy="261610"/>
            </a:xfrm>
          </p:grpSpPr>
          <p:sp>
            <p:nvSpPr>
              <p:cNvPr id="178" name="사각형: 둥근 모서리 177">
                <a:extLst>
                  <a:ext uri="{FF2B5EF4-FFF2-40B4-BE49-F238E27FC236}">
                    <a16:creationId xmlns:a16="http://schemas.microsoft.com/office/drawing/2014/main" id="{189F31C0-69D7-5EE6-0DD2-9DF443ECA675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파스타면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EF6A302-9C4B-89B3-606E-8FF6602C45BB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6369D999-6688-219C-0C5C-B6C4E023C752}"/>
                </a:ext>
              </a:extLst>
            </p:cNvPr>
            <p:cNvGrpSpPr/>
            <p:nvPr/>
          </p:nvGrpSpPr>
          <p:grpSpPr>
            <a:xfrm>
              <a:off x="969973" y="7722401"/>
              <a:ext cx="933314" cy="261610"/>
              <a:chOff x="1168701" y="5655177"/>
              <a:chExt cx="933314" cy="261610"/>
            </a:xfrm>
          </p:grpSpPr>
          <p:sp>
            <p:nvSpPr>
              <p:cNvPr id="181" name="사각형: 둥근 모서리 180">
                <a:extLst>
                  <a:ext uri="{FF2B5EF4-FFF2-40B4-BE49-F238E27FC236}">
                    <a16:creationId xmlns:a16="http://schemas.microsoft.com/office/drawing/2014/main" id="{B48BE91C-79D3-369F-732D-42CDFCE911C7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두부면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B454179-E998-BFD8-E86E-000C8DCE83E4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DB1E7233-F39F-2A8E-D6B1-E17342569094}"/>
                </a:ext>
              </a:extLst>
            </p:cNvPr>
            <p:cNvSpPr txBox="1"/>
            <p:nvPr/>
          </p:nvSpPr>
          <p:spPr>
            <a:xfrm>
              <a:off x="2723624" y="7722401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066" name="그룹 2065">
            <a:extLst>
              <a:ext uri="{FF2B5EF4-FFF2-40B4-BE49-F238E27FC236}">
                <a16:creationId xmlns:a16="http://schemas.microsoft.com/office/drawing/2014/main" id="{BA8CCE9A-C9FA-E9AF-FC05-578395BDCF32}"/>
              </a:ext>
            </a:extLst>
          </p:cNvPr>
          <p:cNvGrpSpPr/>
          <p:nvPr/>
        </p:nvGrpSpPr>
        <p:grpSpPr>
          <a:xfrm>
            <a:off x="787903" y="9088176"/>
            <a:ext cx="6043659" cy="1292586"/>
            <a:chOff x="787903" y="9088176"/>
            <a:chExt cx="6043659" cy="1292586"/>
          </a:xfrm>
        </p:grpSpPr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DFFED23C-24DB-9C75-E16B-C820A9B76635}"/>
                </a:ext>
              </a:extLst>
            </p:cNvPr>
            <p:cNvSpPr/>
            <p:nvPr/>
          </p:nvSpPr>
          <p:spPr>
            <a:xfrm>
              <a:off x="787903" y="9088176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E60C044E-31A7-1B95-8836-15EF7DED08AF}"/>
                </a:ext>
              </a:extLst>
            </p:cNvPr>
            <p:cNvSpPr/>
            <p:nvPr/>
          </p:nvSpPr>
          <p:spPr>
            <a:xfrm>
              <a:off x="6535080" y="9291171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F068DBDC-0C33-896D-CE64-3DAEAD5BF795}"/>
                </a:ext>
              </a:extLst>
            </p:cNvPr>
            <p:cNvGrpSpPr/>
            <p:nvPr/>
          </p:nvGrpSpPr>
          <p:grpSpPr>
            <a:xfrm>
              <a:off x="964388" y="9254226"/>
              <a:ext cx="933314" cy="261610"/>
              <a:chOff x="1168701" y="5655177"/>
              <a:chExt cx="933314" cy="261610"/>
            </a:xfrm>
          </p:grpSpPr>
          <p:sp>
            <p:nvSpPr>
              <p:cNvPr id="189" name="사각형: 둥근 모서리 188">
                <a:extLst>
                  <a:ext uri="{FF2B5EF4-FFF2-40B4-BE49-F238E27FC236}">
                    <a16:creationId xmlns:a16="http://schemas.microsoft.com/office/drawing/2014/main" id="{19BAC4CF-C4E4-5804-73D4-C12C60F00327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아몬드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082D93C0-2618-B8E1-14CE-9B3581846255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854C3D02-37B7-E714-63EF-0EA214C15EAA}"/>
                </a:ext>
              </a:extLst>
            </p:cNvPr>
            <p:cNvGrpSpPr/>
            <p:nvPr/>
          </p:nvGrpSpPr>
          <p:grpSpPr>
            <a:xfrm>
              <a:off x="1996459" y="9254226"/>
              <a:ext cx="933314" cy="261610"/>
              <a:chOff x="1168701" y="5655177"/>
              <a:chExt cx="933314" cy="261610"/>
            </a:xfrm>
          </p:grpSpPr>
          <p:sp>
            <p:nvSpPr>
              <p:cNvPr id="2048" name="사각형: 둥근 모서리 2047">
                <a:extLst>
                  <a:ext uri="{FF2B5EF4-FFF2-40B4-BE49-F238E27FC236}">
                    <a16:creationId xmlns:a16="http://schemas.microsoft.com/office/drawing/2014/main" id="{F10E7350-C075-B019-8FFB-E29DEFA665E2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양파</a:t>
                </a:r>
              </a:p>
            </p:txBody>
          </p:sp>
          <p:sp>
            <p:nvSpPr>
              <p:cNvPr id="2049" name="TextBox 2048">
                <a:extLst>
                  <a:ext uri="{FF2B5EF4-FFF2-40B4-BE49-F238E27FC236}">
                    <a16:creationId xmlns:a16="http://schemas.microsoft.com/office/drawing/2014/main" id="{B026874F-5C62-14A1-D074-5E8D4F43BE04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9BABE3EF-49D4-1A30-BA92-B2137768648D}"/>
                </a:ext>
              </a:extLst>
            </p:cNvPr>
            <p:cNvSpPr txBox="1"/>
            <p:nvPr/>
          </p:nvSpPr>
          <p:spPr>
            <a:xfrm>
              <a:off x="3750110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F60CBD70-8AC4-6774-CCD6-53BA0B52227F}"/>
                </a:ext>
              </a:extLst>
            </p:cNvPr>
            <p:cNvSpPr txBox="1"/>
            <p:nvPr/>
          </p:nvSpPr>
          <p:spPr>
            <a:xfrm>
              <a:off x="478218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9" name="TextBox 2058">
              <a:extLst>
                <a:ext uri="{FF2B5EF4-FFF2-40B4-BE49-F238E27FC236}">
                  <a16:creationId xmlns:a16="http://schemas.microsoft.com/office/drawing/2014/main" id="{22E7EEE3-6281-87B7-BEEF-EB130E6968BD}"/>
                </a:ext>
              </a:extLst>
            </p:cNvPr>
            <p:cNvSpPr txBox="1"/>
            <p:nvPr/>
          </p:nvSpPr>
          <p:spPr>
            <a:xfrm>
              <a:off x="581425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62" name="TextBox 2061">
              <a:extLst>
                <a:ext uri="{FF2B5EF4-FFF2-40B4-BE49-F238E27FC236}">
                  <a16:creationId xmlns:a16="http://schemas.microsoft.com/office/drawing/2014/main" id="{6F0BB82D-F1AE-D33E-D7BE-D0066B29726A}"/>
                </a:ext>
              </a:extLst>
            </p:cNvPr>
            <p:cNvSpPr txBox="1"/>
            <p:nvPr/>
          </p:nvSpPr>
          <p:spPr>
            <a:xfrm>
              <a:off x="1685968" y="9584075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B25D0B8C-51DE-3441-AAE3-1BCE8E42C83F}"/>
              </a:ext>
            </a:extLst>
          </p:cNvPr>
          <p:cNvCxnSpPr>
            <a:cxnSpLocks/>
          </p:cNvCxnSpPr>
          <p:nvPr/>
        </p:nvCxnSpPr>
        <p:spPr>
          <a:xfrm>
            <a:off x="381000" y="4965700"/>
            <a:ext cx="6450562" cy="0"/>
          </a:xfrm>
          <a:prstGeom prst="lin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3" name="사각형: 둥근 모서리 2072">
            <a:extLst>
              <a:ext uri="{FF2B5EF4-FFF2-40B4-BE49-F238E27FC236}">
                <a16:creationId xmlns:a16="http://schemas.microsoft.com/office/drawing/2014/main" id="{31E1301A-E0C6-DC40-9507-E35A9597139D}"/>
              </a:ext>
            </a:extLst>
          </p:cNvPr>
          <p:cNvSpPr/>
          <p:nvPr/>
        </p:nvSpPr>
        <p:spPr>
          <a:xfrm>
            <a:off x="682423" y="10900454"/>
            <a:ext cx="6087321" cy="2805297"/>
          </a:xfrm>
          <a:prstGeom prst="roundRect">
            <a:avLst>
              <a:gd name="adj" fmla="val 8518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광고 추가 할 자리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새로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사야하는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쿠팡이나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마켓컬리로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바로 이동 가능하게 하여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광고 삽입하기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7D3C2D-860A-FFEE-B99C-4D159674431D}"/>
              </a:ext>
            </a:extLst>
          </p:cNvPr>
          <p:cNvSpPr txBox="1"/>
          <p:nvPr/>
        </p:nvSpPr>
        <p:spPr>
          <a:xfrm>
            <a:off x="-118714" y="-643623"/>
            <a:ext cx="9148414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추가 시 상세 정보 팝업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1]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077966D2-43D0-4EC7-29FE-341E753B1F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9725" y="-909"/>
            <a:ext cx="7235220" cy="15752204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EE660437-61F0-F3ED-F701-43B7C69EC4A7}"/>
              </a:ext>
            </a:extLst>
          </p:cNvPr>
          <p:cNvGrpSpPr/>
          <p:nvPr/>
        </p:nvGrpSpPr>
        <p:grpSpPr>
          <a:xfrm>
            <a:off x="711202" y="3538900"/>
            <a:ext cx="4888579" cy="3693488"/>
            <a:chOff x="906956" y="3134994"/>
            <a:chExt cx="4888579" cy="3693488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7B72048-2FF1-83B5-9C28-E9E1070B5668}"/>
                </a:ext>
              </a:extLst>
            </p:cNvPr>
            <p:cNvGrpSpPr/>
            <p:nvPr/>
          </p:nvGrpSpPr>
          <p:grpSpPr>
            <a:xfrm>
              <a:off x="1081932" y="3366453"/>
              <a:ext cx="4713603" cy="3462029"/>
              <a:chOff x="9104460" y="4100820"/>
              <a:chExt cx="4713603" cy="3462029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7364D5FC-96E7-1DF7-6ABC-E3306C28B59D}"/>
                  </a:ext>
                </a:extLst>
              </p:cNvPr>
              <p:cNvSpPr/>
              <p:nvPr/>
            </p:nvSpPr>
            <p:spPr>
              <a:xfrm>
                <a:off x="9104460" y="4126544"/>
                <a:ext cx="4713603" cy="3436305"/>
              </a:xfrm>
              <a:prstGeom prst="roundRect">
                <a:avLst>
                  <a:gd name="adj" fmla="val 2707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B223F1-47BD-CE94-B98F-00E6855E2321}"/>
                  </a:ext>
                </a:extLst>
              </p:cNvPr>
              <p:cNvSpPr txBox="1"/>
              <p:nvPr/>
            </p:nvSpPr>
            <p:spPr>
              <a:xfrm>
                <a:off x="9583700" y="4350675"/>
                <a:ext cx="372444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재료의 상세정보를 선택해 주세요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3A71B4-70C7-ECEE-B5D6-8E1DF541EF5E}"/>
                  </a:ext>
                </a:extLst>
              </p:cNvPr>
              <p:cNvSpPr txBox="1"/>
              <p:nvPr/>
            </p:nvSpPr>
            <p:spPr>
              <a:xfrm>
                <a:off x="13460986" y="4100820"/>
                <a:ext cx="285061" cy="363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76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AC922D3B-1BC9-2E2B-C589-70B48F7EA763}"/>
                  </a:ext>
                </a:extLst>
              </p:cNvPr>
              <p:cNvCxnSpPr/>
              <p:nvPr/>
            </p:nvCxnSpPr>
            <p:spPr>
              <a:xfrm>
                <a:off x="9390932" y="4670847"/>
                <a:ext cx="412182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C9949A14-1760-70BB-4B5E-9FCE80DB7C13}"/>
                  </a:ext>
                </a:extLst>
              </p:cNvPr>
              <p:cNvSpPr/>
              <p:nvPr/>
            </p:nvSpPr>
            <p:spPr>
              <a:xfrm>
                <a:off x="9948671" y="6553958"/>
                <a:ext cx="1444547" cy="721298"/>
              </a:xfrm>
              <a:prstGeom prst="roundRect">
                <a:avLst>
                  <a:gd name="adj" fmla="val 50000"/>
                </a:avLst>
              </a:prstGeom>
              <a:solidFill>
                <a:srgbClr val="FF8A23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재료에 </a:t>
                </a:r>
                <a:endPara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유통기한이 </a:t>
                </a:r>
                <a:endPara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있어요</a:t>
                </a:r>
              </a:p>
            </p:txBody>
          </p:sp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8DA7F50D-E3FC-1B81-BDBF-CBFFD6135201}"/>
                  </a:ext>
                </a:extLst>
              </p:cNvPr>
              <p:cNvSpPr/>
              <p:nvPr/>
            </p:nvSpPr>
            <p:spPr>
              <a:xfrm>
                <a:off x="11686607" y="6553958"/>
                <a:ext cx="1444547" cy="721298"/>
              </a:xfrm>
              <a:prstGeom prst="roundRect">
                <a:avLst>
                  <a:gd name="adj" fmla="val 50000"/>
                </a:avLst>
              </a:prstGeom>
              <a:solidFill>
                <a:srgbClr val="4BC8F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재료에 </a:t>
                </a:r>
                <a:endPara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유통기한은</a:t>
                </a:r>
                <a:endParaRPr lang="en-US" altLang="ko-KR" sz="113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없어요</a:t>
                </a:r>
                <a:r>
                  <a:rPr lang="en-US" altLang="ko-KR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/</a:t>
                </a:r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몰라요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E78BA0-5405-BFB2-D174-FA988DF79C7C}"/>
                  </a:ext>
                </a:extLst>
              </p:cNvPr>
              <p:cNvSpPr txBox="1"/>
              <p:nvPr/>
            </p:nvSpPr>
            <p:spPr>
              <a:xfrm>
                <a:off x="9299575" y="4804324"/>
                <a:ext cx="91076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보관 공간</a:t>
                </a:r>
                <a:endParaRPr lang="ko-KR" altLang="en-US" sz="105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5677F1-67E6-4BDB-5B9B-79CE74E0829B}"/>
                  </a:ext>
                </a:extLst>
              </p:cNvPr>
              <p:cNvSpPr txBox="1"/>
              <p:nvPr/>
            </p:nvSpPr>
            <p:spPr>
              <a:xfrm>
                <a:off x="9299575" y="6182107"/>
                <a:ext cx="91076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소비 기한</a:t>
                </a:r>
                <a:endParaRPr lang="ko-KR" altLang="en-US" sz="1050" dirty="0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FB745DCB-89EF-8372-9C91-90EE0724FF65}"/>
                  </a:ext>
                </a:extLst>
              </p:cNvPr>
              <p:cNvGrpSpPr/>
              <p:nvPr/>
            </p:nvGrpSpPr>
            <p:grpSpPr>
              <a:xfrm>
                <a:off x="9344018" y="5037669"/>
                <a:ext cx="1209612" cy="1084913"/>
                <a:chOff x="9344018" y="5314865"/>
                <a:chExt cx="1209612" cy="1084913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FCCD7BE-0027-2356-9A9E-1D4E3F3C5678}"/>
                    </a:ext>
                  </a:extLst>
                </p:cNvPr>
                <p:cNvSpPr txBox="1"/>
                <p:nvPr/>
              </p:nvSpPr>
              <p:spPr>
                <a:xfrm>
                  <a:off x="9344018" y="5314865"/>
                  <a:ext cx="1209612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4800" dirty="0">
                      <a:effectLst/>
                      <a:latin typeface="Segoe UI Emoji" panose="020B0502040204020203" pitchFamily="34" charset="0"/>
                      <a:ea typeface="맑은 고딕" panose="020B0503020000020004" pitchFamily="50" charset="-127"/>
                      <a:cs typeface="Segoe UI Emoji" panose="020B0502040204020203" pitchFamily="34" charset="0"/>
                    </a:rPr>
                    <a:t>🧊</a:t>
                  </a:r>
                  <a:endParaRPr lang="ko-KR" altLang="en-US" sz="4800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EBDD17B-5F8E-D939-B0ED-8DEB11E73CBA}"/>
                    </a:ext>
                  </a:extLst>
                </p:cNvPr>
                <p:cNvSpPr txBox="1"/>
                <p:nvPr/>
              </p:nvSpPr>
              <p:spPr>
                <a:xfrm>
                  <a:off x="9609960" y="6145862"/>
                  <a:ext cx="810320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냉동보관</a:t>
                  </a:r>
                </a:p>
              </p:txBody>
            </p: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B0C8475F-2610-0689-DF1C-564F919384A9}"/>
                  </a:ext>
                </a:extLst>
              </p:cNvPr>
              <p:cNvGrpSpPr/>
              <p:nvPr/>
            </p:nvGrpSpPr>
            <p:grpSpPr>
              <a:xfrm>
                <a:off x="10719568" y="5024807"/>
                <a:ext cx="1209612" cy="1097775"/>
                <a:chOff x="10668948" y="5302003"/>
                <a:chExt cx="1209612" cy="1097775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277F289-5EC1-CE22-DA5E-BE272DE17CF7}"/>
                    </a:ext>
                  </a:extLst>
                </p:cNvPr>
                <p:cNvSpPr txBox="1"/>
                <p:nvPr/>
              </p:nvSpPr>
              <p:spPr>
                <a:xfrm>
                  <a:off x="10668948" y="5302003"/>
                  <a:ext cx="1209612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4800" dirty="0">
                      <a:latin typeface="Segoe UI Emoji" panose="020B0502040204020203" pitchFamily="34" charset="0"/>
                      <a:ea typeface="맑은 고딕" panose="020B0503020000020004" pitchFamily="50" charset="-127"/>
                    </a:rPr>
                    <a:t>❄️</a:t>
                  </a:r>
                  <a:endParaRPr lang="ko-KR" altLang="en-US" sz="4800" dirty="0">
                    <a:latin typeface="Segoe UI Emoji" panose="020B0502040204020203" pitchFamily="34" charset="0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30E50AC-B091-CA2D-B3FE-02B0D889BD23}"/>
                    </a:ext>
                  </a:extLst>
                </p:cNvPr>
                <p:cNvSpPr txBox="1"/>
                <p:nvPr/>
              </p:nvSpPr>
              <p:spPr>
                <a:xfrm>
                  <a:off x="10907378" y="6145862"/>
                  <a:ext cx="810320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냉장보관</a:t>
                  </a:r>
                </a:p>
              </p:txBody>
            </p:sp>
          </p:grp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8D58CD33-D7AC-307B-3C00-7653C10ACC20}"/>
                  </a:ext>
                </a:extLst>
              </p:cNvPr>
              <p:cNvGrpSpPr/>
              <p:nvPr/>
            </p:nvGrpSpPr>
            <p:grpSpPr>
              <a:xfrm>
                <a:off x="12154988" y="5004642"/>
                <a:ext cx="1209612" cy="1117940"/>
                <a:chOff x="12098532" y="5281838"/>
                <a:chExt cx="1209612" cy="1117940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9C87251-7B65-3FA0-C9D3-D6B0DE259639}"/>
                    </a:ext>
                  </a:extLst>
                </p:cNvPr>
                <p:cNvSpPr txBox="1"/>
                <p:nvPr/>
              </p:nvSpPr>
              <p:spPr>
                <a:xfrm>
                  <a:off x="12098532" y="5281838"/>
                  <a:ext cx="1209612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4800" dirty="0">
                      <a:latin typeface="Segoe UI Emoji" panose="020B0502040204020203" pitchFamily="34" charset="0"/>
                      <a:ea typeface="맑은 고딕" panose="020B0503020000020004" pitchFamily="50" charset="-127"/>
                    </a:rPr>
                    <a:t>🌡️</a:t>
                  </a:r>
                  <a:endParaRPr lang="ko-KR" altLang="en-US" sz="4800" dirty="0">
                    <a:latin typeface="Segoe UI Emoji" panose="020B0502040204020203" pitchFamily="34" charset="0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8D9E916-2B8A-B5DA-FC80-1D43B32401A8}"/>
                    </a:ext>
                  </a:extLst>
                </p:cNvPr>
                <p:cNvSpPr txBox="1"/>
                <p:nvPr/>
              </p:nvSpPr>
              <p:spPr>
                <a:xfrm>
                  <a:off x="12443151" y="6145862"/>
                  <a:ext cx="810320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1050" dirty="0">
                      <a:ln>
                        <a:solidFill>
                          <a:schemeClr val="bg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실온보관</a:t>
                  </a:r>
                </a:p>
              </p:txBody>
            </p:sp>
          </p:grpSp>
        </p:grp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0B623AE-15AE-DDD7-492B-E57FE338F71E}"/>
                </a:ext>
              </a:extLst>
            </p:cNvPr>
            <p:cNvSpPr/>
            <p:nvPr/>
          </p:nvSpPr>
          <p:spPr>
            <a:xfrm>
              <a:off x="906956" y="3134994"/>
              <a:ext cx="527114" cy="5516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3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0000"/>
                  </a:solidFill>
                  <a:highlight>
                    <a:srgbClr val="FFFF00"/>
                  </a:highlight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Ⓐ</a:t>
              </a:r>
              <a:r>
                <a:rPr lang="ko-KR" altLang="en-US" sz="2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endParaRPr lang="ko-KR" altLang="en-US" sz="320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E338572-4129-59AA-F760-331917D1E4A9}"/>
              </a:ext>
            </a:extLst>
          </p:cNvPr>
          <p:cNvGrpSpPr/>
          <p:nvPr/>
        </p:nvGrpSpPr>
        <p:grpSpPr>
          <a:xfrm>
            <a:off x="-1398662" y="1821173"/>
            <a:ext cx="689194" cy="689192"/>
            <a:chOff x="-1398662" y="1821173"/>
            <a:chExt cx="689194" cy="689192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569046F-C80C-F6F0-F082-73B01244CC4E}"/>
                </a:ext>
              </a:extLst>
            </p:cNvPr>
            <p:cNvSpPr/>
            <p:nvPr/>
          </p:nvSpPr>
          <p:spPr>
            <a:xfrm>
              <a:off x="-1398662" y="1821173"/>
              <a:ext cx="689194" cy="6891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36167B0D-3C2D-6D6B-046A-89F3C1CA9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9918" t="17544" r="29918" b="28879"/>
            <a:stretch/>
          </p:blipFill>
          <p:spPr>
            <a:xfrm>
              <a:off x="-1369943" y="1821173"/>
              <a:ext cx="631756" cy="689192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6A065AC-BD8A-E11D-EA02-53D6D9286054}"/>
              </a:ext>
            </a:extLst>
          </p:cNvPr>
          <p:cNvGrpSpPr/>
          <p:nvPr/>
        </p:nvGrpSpPr>
        <p:grpSpPr>
          <a:xfrm>
            <a:off x="-1398663" y="2689866"/>
            <a:ext cx="689194" cy="689192"/>
            <a:chOff x="-1398663" y="2689866"/>
            <a:chExt cx="689194" cy="689192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D06A09C-DE62-13AA-2934-C6B72E305689}"/>
                </a:ext>
              </a:extLst>
            </p:cNvPr>
            <p:cNvSpPr/>
            <p:nvPr/>
          </p:nvSpPr>
          <p:spPr>
            <a:xfrm>
              <a:off x="-1398663" y="2689866"/>
              <a:ext cx="689194" cy="6891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4D9DE118-A8F0-CD31-1A13-E25319D25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1007" t="18068" r="29026" b="33432"/>
            <a:stretch/>
          </p:blipFill>
          <p:spPr>
            <a:xfrm>
              <a:off x="-1366838" y="2714625"/>
              <a:ext cx="628650" cy="623888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A5BFB38-45E5-FE2E-1C26-B82C6F462B5C}"/>
              </a:ext>
            </a:extLst>
          </p:cNvPr>
          <p:cNvGrpSpPr/>
          <p:nvPr/>
        </p:nvGrpSpPr>
        <p:grpSpPr>
          <a:xfrm>
            <a:off x="-1398663" y="3575228"/>
            <a:ext cx="689194" cy="689192"/>
            <a:chOff x="-1398663" y="3575228"/>
            <a:chExt cx="689194" cy="689192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78B81AC-B1B1-198B-65AE-F47A2B0BB6D7}"/>
                </a:ext>
              </a:extLst>
            </p:cNvPr>
            <p:cNvSpPr/>
            <p:nvPr/>
          </p:nvSpPr>
          <p:spPr>
            <a:xfrm>
              <a:off x="-1398663" y="3575228"/>
              <a:ext cx="689194" cy="6891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E5BD3780-9673-7C5A-1AAC-A4080170B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29969" t="20699" r="30064" b="30924"/>
            <a:stretch/>
          </p:blipFill>
          <p:spPr>
            <a:xfrm>
              <a:off x="-1368425" y="3609975"/>
              <a:ext cx="628650" cy="622300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EA5500D0-2CC3-C8B5-1060-BE0DFD431B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9217" y="9044"/>
            <a:ext cx="7254073" cy="1567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84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13835-0E6B-6FDD-38C9-88D452F5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DDFE808B-851D-A659-C41A-47E110C2AA47}"/>
              </a:ext>
            </a:extLst>
          </p:cNvPr>
          <p:cNvSpPr/>
          <p:nvPr/>
        </p:nvSpPr>
        <p:spPr>
          <a:xfrm>
            <a:off x="-1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D95A0C60-B43D-9418-84DC-0CF72D2CF460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8892DC-63A0-E0C8-9FC5-36745B92FB0F}"/>
              </a:ext>
            </a:extLst>
          </p:cNvPr>
          <p:cNvSpPr txBox="1"/>
          <p:nvPr/>
        </p:nvSpPr>
        <p:spPr>
          <a:xfrm>
            <a:off x="-11741" y="16349505"/>
            <a:ext cx="7199313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200" dirty="0"/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 상세 정보 입력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계속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</a:t>
            </a: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이전 팝업창에서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유통기한이 있어요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를 선택하게 되면 팝업창이 다음 이미지로 넘어가면서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유통기한은 언제까지 인가요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?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라는 질문이 뜬다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Date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를 직접 키보드로 칠수도 있고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클릭하면 달력이 뜨면서 달력의 날짜를 선택할 수도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있도록한다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형식은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yyyy.mm.dd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형식으로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Ex.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2025.05.05) 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 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혹은 이전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팝업창에서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유통기한이 없어요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몰라요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를 선택하게 되면 팝업창이 다음 이미지로 넘어가면서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구매시점은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언제인가요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?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라는 질문이 뜬다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여기도 마찬가지로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Date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를 직접 키보드로 칠수도 있고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클릭하면 달력이 뜨면서 달력의 날짜를 선택할 수도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있도록한다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형식은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yyyy.mm.dd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형식으로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Ex.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2025.05.05) 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근데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유통기한이 있어요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와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다른점은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잘 모르겠어요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라는 버튼도 추가됐다는 점이다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  <a:sym typeface="Wingdings" panose="05000000000000000000" pitchFamily="2" charset="2"/>
              </a:rPr>
              <a:t>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와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ⓑ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부분은 저렇게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2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개의 팝업창이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ㄷ동시에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뜨는게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아니라 이전 팝업창에서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유통기한이 있어요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재료에 유통기한이 없어요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몰라요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중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어떤걸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선택했느냐에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따라서 다르게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나온다는걸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표현한거니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참고 바람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2DB6E6F-E137-C348-AA7F-F74F832E9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52516438-B7ED-9487-7627-BAB0403B7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1380705-8007-D849-D43B-276FC484C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5625BB6-0689-28EF-C226-38DD185655EB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D53EE1-05E2-7AE2-706D-A5F85465AA74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21425FD-834C-866B-C5A6-B7A4FF97192A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9D12BF8-CA4E-A965-DE03-DEBE08A4105D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C429871C-37AE-2A22-C6DF-FF67B2FF60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14" y="14567779"/>
            <a:ext cx="298637" cy="527094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0D42DF0C-27C4-9876-F3F0-5ACEAA4AA3D4}"/>
              </a:ext>
            </a:extLst>
          </p:cNvPr>
          <p:cNvSpPr txBox="1"/>
          <p:nvPr/>
        </p:nvSpPr>
        <p:spPr>
          <a:xfrm>
            <a:off x="381000" y="4662540"/>
            <a:ext cx="26665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재료 관리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8EF9B25-B2ED-8362-5BE6-7B6CC53FAFC0}"/>
              </a:ext>
            </a:extLst>
          </p:cNvPr>
          <p:cNvSpPr txBox="1"/>
          <p:nvPr/>
        </p:nvSpPr>
        <p:spPr>
          <a:xfrm>
            <a:off x="630070" y="5037669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냉동보관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🧊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05E4FDA-1CE3-63F2-BB50-FC22585D37A1}"/>
              </a:ext>
            </a:extLst>
          </p:cNvPr>
          <p:cNvSpPr txBox="1"/>
          <p:nvPr/>
        </p:nvSpPr>
        <p:spPr>
          <a:xfrm>
            <a:off x="630070" y="6861247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냉장보관</a:t>
            </a:r>
            <a:r>
              <a:rPr lang="en-US" altLang="ko-KR" sz="15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❄️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B14371F-DEC6-1240-289A-F07ABD7163D0}"/>
              </a:ext>
            </a:extLst>
          </p:cNvPr>
          <p:cNvSpPr txBox="1"/>
          <p:nvPr/>
        </p:nvSpPr>
        <p:spPr>
          <a:xfrm>
            <a:off x="630070" y="8684824"/>
            <a:ext cx="34319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실온보관</a:t>
            </a:r>
            <a:r>
              <a:rPr lang="en-US" altLang="ko-KR" sz="15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🌡️</a:t>
            </a: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BB256FC2-5B30-09A6-F310-15E87B19D2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980B84D1-8465-FD08-4801-B5CB15E735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CDC29BF5-92CD-9459-8C62-2ED103060B2B}"/>
              </a:ext>
            </a:extLst>
          </p:cNvPr>
          <p:cNvSpPr txBox="1"/>
          <p:nvPr/>
        </p:nvSpPr>
        <p:spPr>
          <a:xfrm>
            <a:off x="2254643" y="2412867"/>
            <a:ext cx="266654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재료 추가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526BD687-2B95-D93D-B1FE-4BC2BF8E2484}"/>
              </a:ext>
            </a:extLst>
          </p:cNvPr>
          <p:cNvSpPr/>
          <p:nvPr/>
        </p:nvSpPr>
        <p:spPr>
          <a:xfrm>
            <a:off x="1727805" y="2936959"/>
            <a:ext cx="3720496" cy="31017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D095E2C-9217-A67B-445E-6798F781A7C1}"/>
              </a:ext>
            </a:extLst>
          </p:cNvPr>
          <p:cNvSpPr txBox="1"/>
          <p:nvPr/>
        </p:nvSpPr>
        <p:spPr>
          <a:xfrm>
            <a:off x="1775013" y="2968334"/>
            <a:ext cx="2981023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추가 할 재료명을 입력해주세요</a:t>
            </a:r>
          </a:p>
        </p:txBody>
      </p:sp>
      <p:grpSp>
        <p:nvGrpSpPr>
          <p:cNvPr id="2069" name="그룹 2068">
            <a:extLst>
              <a:ext uri="{FF2B5EF4-FFF2-40B4-BE49-F238E27FC236}">
                <a16:creationId xmlns:a16="http://schemas.microsoft.com/office/drawing/2014/main" id="{9EB9F126-8136-312A-BCA5-9C3B8EB57B6E}"/>
              </a:ext>
            </a:extLst>
          </p:cNvPr>
          <p:cNvGrpSpPr/>
          <p:nvPr/>
        </p:nvGrpSpPr>
        <p:grpSpPr>
          <a:xfrm>
            <a:off x="793488" y="5403042"/>
            <a:ext cx="6043659" cy="1292586"/>
            <a:chOff x="793488" y="5403042"/>
            <a:chExt cx="6043659" cy="1292586"/>
          </a:xfrm>
        </p:grpSpPr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3DCB90C9-4221-B7A0-AB37-79C31635C790}"/>
                </a:ext>
              </a:extLst>
            </p:cNvPr>
            <p:cNvSpPr/>
            <p:nvPr/>
          </p:nvSpPr>
          <p:spPr>
            <a:xfrm>
              <a:off x="793488" y="540304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F761EF3A-9838-0DFB-166C-BAFB8A74FB84}"/>
                </a:ext>
              </a:extLst>
            </p:cNvPr>
            <p:cNvSpPr/>
            <p:nvPr/>
          </p:nvSpPr>
          <p:spPr>
            <a:xfrm>
              <a:off x="6540665" y="560603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CA19406D-0B6D-2790-F1B6-B75A8251A033}"/>
                </a:ext>
              </a:extLst>
            </p:cNvPr>
            <p:cNvGrpSpPr/>
            <p:nvPr/>
          </p:nvGrpSpPr>
          <p:grpSpPr>
            <a:xfrm>
              <a:off x="969973" y="5569092"/>
              <a:ext cx="933314" cy="261610"/>
              <a:chOff x="1168701" y="5655177"/>
              <a:chExt cx="933314" cy="261610"/>
            </a:xfrm>
          </p:grpSpPr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EB63208B-9A9C-E0D8-B942-3670E5191751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73BFB205-65AB-FCD5-EA1B-8F9DB97F472A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15CE31BC-300F-4099-E7BF-B468EF216516}"/>
                </a:ext>
              </a:extLst>
            </p:cNvPr>
            <p:cNvGrpSpPr/>
            <p:nvPr/>
          </p:nvGrpSpPr>
          <p:grpSpPr>
            <a:xfrm>
              <a:off x="2002044" y="5569092"/>
              <a:ext cx="933314" cy="261610"/>
              <a:chOff x="1168701" y="5655177"/>
              <a:chExt cx="933314" cy="261610"/>
            </a:xfrm>
          </p:grpSpPr>
          <p:sp>
            <p:nvSpPr>
              <p:cNvPr id="146" name="사각형: 둥근 모서리 145">
                <a:extLst>
                  <a:ext uri="{FF2B5EF4-FFF2-40B4-BE49-F238E27FC236}">
                    <a16:creationId xmlns:a16="http://schemas.microsoft.com/office/drawing/2014/main" id="{65F5A296-8F18-FB15-03C2-E0BB98464BBC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만두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21C1D2B4-A7DC-99C2-FF26-B8D7AEBD6A41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346E028C-7758-C223-0B8E-EDC5AED8A187}"/>
                </a:ext>
              </a:extLst>
            </p:cNvPr>
            <p:cNvGrpSpPr/>
            <p:nvPr/>
          </p:nvGrpSpPr>
          <p:grpSpPr>
            <a:xfrm>
              <a:off x="3034115" y="5569092"/>
              <a:ext cx="933314" cy="261610"/>
              <a:chOff x="1168701" y="5655177"/>
              <a:chExt cx="933314" cy="261610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2C0B7472-356F-8D4B-5BE7-1A474AC4B9BF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대파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AEC2C18-73AB-ED3C-7812-DADF1B841FAC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64BD3642-B840-0CB0-009A-315387A736BF}"/>
                </a:ext>
              </a:extLst>
            </p:cNvPr>
            <p:cNvGrpSpPr/>
            <p:nvPr/>
          </p:nvGrpSpPr>
          <p:grpSpPr>
            <a:xfrm>
              <a:off x="4066186" y="5569092"/>
              <a:ext cx="933314" cy="261610"/>
              <a:chOff x="1168701" y="5655177"/>
              <a:chExt cx="933314" cy="261610"/>
            </a:xfrm>
          </p:grpSpPr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38896680-CDAB-8713-17E1-DE0A4D88F157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표고버섯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899AF170-3C36-DBAE-B66F-3BA21BB561FF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390F1819-4E74-F38F-A3FF-0C69AEE30E25}"/>
                </a:ext>
              </a:extLst>
            </p:cNvPr>
            <p:cNvGrpSpPr/>
            <p:nvPr/>
          </p:nvGrpSpPr>
          <p:grpSpPr>
            <a:xfrm>
              <a:off x="5098256" y="5569092"/>
              <a:ext cx="933314" cy="261610"/>
              <a:chOff x="1168701" y="5655177"/>
              <a:chExt cx="933314" cy="261610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A36D8AB4-0A32-CE0B-1F7C-945E7599FB0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떡갈비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09C7DFF-25CC-CCD1-B69A-3B86E45D669E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A1FF1F50-017D-AEF8-0B5B-CF7063AD030C}"/>
                </a:ext>
              </a:extLst>
            </p:cNvPr>
            <p:cNvGrpSpPr/>
            <p:nvPr/>
          </p:nvGrpSpPr>
          <p:grpSpPr>
            <a:xfrm>
              <a:off x="969973" y="5898941"/>
              <a:ext cx="933314" cy="261610"/>
              <a:chOff x="1168701" y="5655177"/>
              <a:chExt cx="933314" cy="261610"/>
            </a:xfrm>
          </p:grpSpPr>
          <p:sp>
            <p:nvSpPr>
              <p:cNvPr id="158" name="사각형: 둥근 모서리 157">
                <a:extLst>
                  <a:ext uri="{FF2B5EF4-FFF2-40B4-BE49-F238E27FC236}">
                    <a16:creationId xmlns:a16="http://schemas.microsoft.com/office/drawing/2014/main" id="{51181C81-6671-28E4-A1E5-495F108E9AD1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청양고추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4D08C5F-A9EE-F5EF-6440-14BD113FFE72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F52B3AC1-06E4-1787-E2AC-D20F38F51BEA}"/>
                </a:ext>
              </a:extLst>
            </p:cNvPr>
            <p:cNvGrpSpPr/>
            <p:nvPr/>
          </p:nvGrpSpPr>
          <p:grpSpPr>
            <a:xfrm>
              <a:off x="2002044" y="5898941"/>
              <a:ext cx="933314" cy="261610"/>
              <a:chOff x="1168701" y="5655177"/>
              <a:chExt cx="933314" cy="261610"/>
            </a:xfrm>
          </p:grpSpPr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67D4FD05-6966-F5D9-706E-EF9D400C33AF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고구마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31CF254-DC30-BA72-5006-072CFB61DB46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2068" name="그룹 2067">
            <a:extLst>
              <a:ext uri="{FF2B5EF4-FFF2-40B4-BE49-F238E27FC236}">
                <a16:creationId xmlns:a16="http://schemas.microsoft.com/office/drawing/2014/main" id="{E29870AF-E95D-7066-E32D-57256BFECBAD}"/>
              </a:ext>
            </a:extLst>
          </p:cNvPr>
          <p:cNvGrpSpPr/>
          <p:nvPr/>
        </p:nvGrpSpPr>
        <p:grpSpPr>
          <a:xfrm>
            <a:off x="793488" y="7245609"/>
            <a:ext cx="6043659" cy="1292586"/>
            <a:chOff x="793488" y="7226502"/>
            <a:chExt cx="6043659" cy="1292586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0951A413-FA42-887A-AF3E-584DC6459642}"/>
                </a:ext>
              </a:extLst>
            </p:cNvPr>
            <p:cNvSpPr/>
            <p:nvPr/>
          </p:nvSpPr>
          <p:spPr>
            <a:xfrm>
              <a:off x="793488" y="7226502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1DC54A35-D0E8-C3B5-8A82-9CD358825B73}"/>
                </a:ext>
              </a:extLst>
            </p:cNvPr>
            <p:cNvSpPr/>
            <p:nvPr/>
          </p:nvSpPr>
          <p:spPr>
            <a:xfrm>
              <a:off x="6540665" y="7429497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BA581E66-5E63-CFBA-B527-9804A14F3110}"/>
                </a:ext>
              </a:extLst>
            </p:cNvPr>
            <p:cNvGrpSpPr/>
            <p:nvPr/>
          </p:nvGrpSpPr>
          <p:grpSpPr>
            <a:xfrm>
              <a:off x="969973" y="7392552"/>
              <a:ext cx="933314" cy="261610"/>
              <a:chOff x="1168701" y="5655177"/>
              <a:chExt cx="933314" cy="261610"/>
            </a:xfrm>
          </p:grpSpPr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0E92F0B9-1314-52F3-A2FB-00570FCCC153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계란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86A0193-E837-B7E1-C4B0-97129AB6275F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D733F774-5BD9-E4E4-BA27-A32992455BEC}"/>
                </a:ext>
              </a:extLst>
            </p:cNvPr>
            <p:cNvGrpSpPr/>
            <p:nvPr/>
          </p:nvGrpSpPr>
          <p:grpSpPr>
            <a:xfrm>
              <a:off x="2002044" y="7392552"/>
              <a:ext cx="933314" cy="261610"/>
              <a:chOff x="1168701" y="5655177"/>
              <a:chExt cx="933314" cy="261610"/>
            </a:xfrm>
          </p:grpSpPr>
          <p:sp>
            <p:nvSpPr>
              <p:cNvPr id="169" name="사각형: 둥근 모서리 168">
                <a:extLst>
                  <a:ext uri="{FF2B5EF4-FFF2-40B4-BE49-F238E27FC236}">
                    <a16:creationId xmlns:a16="http://schemas.microsoft.com/office/drawing/2014/main" id="{2738419E-D8DF-2805-96D5-0428825E4A65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2EA80FC-062C-AD85-634B-F57CF8E2B5FB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4B898512-BC62-CB53-3D47-3223AF1C44AB}"/>
                </a:ext>
              </a:extLst>
            </p:cNvPr>
            <p:cNvGrpSpPr/>
            <p:nvPr/>
          </p:nvGrpSpPr>
          <p:grpSpPr>
            <a:xfrm>
              <a:off x="3034115" y="7392552"/>
              <a:ext cx="933314" cy="261610"/>
              <a:chOff x="1168701" y="5655177"/>
              <a:chExt cx="933314" cy="261610"/>
            </a:xfrm>
          </p:grpSpPr>
          <p:sp>
            <p:nvSpPr>
              <p:cNvPr id="172" name="사각형: 둥근 모서리 171">
                <a:extLst>
                  <a:ext uri="{FF2B5EF4-FFF2-40B4-BE49-F238E27FC236}">
                    <a16:creationId xmlns:a16="http://schemas.microsoft.com/office/drawing/2014/main" id="{2E29CD27-C5E8-236F-92F4-A4A91DF61F46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쌈장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408828D-6E2D-B1C5-23B7-D23B14D9A5ED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4465FD1F-C38E-B87B-6C48-5AE06FFC053B}"/>
                </a:ext>
              </a:extLst>
            </p:cNvPr>
            <p:cNvGrpSpPr/>
            <p:nvPr/>
          </p:nvGrpSpPr>
          <p:grpSpPr>
            <a:xfrm>
              <a:off x="4066186" y="7392552"/>
              <a:ext cx="933314" cy="261610"/>
              <a:chOff x="1168701" y="5655177"/>
              <a:chExt cx="933314" cy="261610"/>
            </a:xfrm>
          </p:grpSpPr>
          <p:sp>
            <p:nvSpPr>
              <p:cNvPr id="175" name="사각형: 둥근 모서리 174">
                <a:extLst>
                  <a:ext uri="{FF2B5EF4-FFF2-40B4-BE49-F238E27FC236}">
                    <a16:creationId xmlns:a16="http://schemas.microsoft.com/office/drawing/2014/main" id="{D8E12B3E-07CB-DBC8-5013-A2A40AE71B99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우유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3C1443B7-016A-3479-96D7-768FFEF3F387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78353DD5-451C-0F57-E998-168B60F772AD}"/>
                </a:ext>
              </a:extLst>
            </p:cNvPr>
            <p:cNvGrpSpPr/>
            <p:nvPr/>
          </p:nvGrpSpPr>
          <p:grpSpPr>
            <a:xfrm>
              <a:off x="5098256" y="7392552"/>
              <a:ext cx="933314" cy="261610"/>
              <a:chOff x="1168701" y="5655177"/>
              <a:chExt cx="933314" cy="261610"/>
            </a:xfrm>
          </p:grpSpPr>
          <p:sp>
            <p:nvSpPr>
              <p:cNvPr id="178" name="사각형: 둥근 모서리 177">
                <a:extLst>
                  <a:ext uri="{FF2B5EF4-FFF2-40B4-BE49-F238E27FC236}">
                    <a16:creationId xmlns:a16="http://schemas.microsoft.com/office/drawing/2014/main" id="{F7C083A7-D889-78B2-D24F-EF6420743F1E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파스타면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FFFD0707-0AA7-E13E-3F30-2E8886FFDF13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14454424-4A93-AA24-85D1-AB089D1868C2}"/>
                </a:ext>
              </a:extLst>
            </p:cNvPr>
            <p:cNvGrpSpPr/>
            <p:nvPr/>
          </p:nvGrpSpPr>
          <p:grpSpPr>
            <a:xfrm>
              <a:off x="969973" y="7722401"/>
              <a:ext cx="933314" cy="261610"/>
              <a:chOff x="1168701" y="5655177"/>
              <a:chExt cx="933314" cy="261610"/>
            </a:xfrm>
          </p:grpSpPr>
          <p:sp>
            <p:nvSpPr>
              <p:cNvPr id="181" name="사각형: 둥근 모서리 180">
                <a:extLst>
                  <a:ext uri="{FF2B5EF4-FFF2-40B4-BE49-F238E27FC236}">
                    <a16:creationId xmlns:a16="http://schemas.microsoft.com/office/drawing/2014/main" id="{10846FF3-5B3B-3F84-1625-F01E699A7642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두부면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312E516-1719-5C81-26E1-809DD91367EE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F788632-EF61-6706-D8D6-0E89BB1F6C3B}"/>
                </a:ext>
              </a:extLst>
            </p:cNvPr>
            <p:cNvSpPr txBox="1"/>
            <p:nvPr/>
          </p:nvSpPr>
          <p:spPr>
            <a:xfrm>
              <a:off x="2723624" y="7722401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066" name="그룹 2065">
            <a:extLst>
              <a:ext uri="{FF2B5EF4-FFF2-40B4-BE49-F238E27FC236}">
                <a16:creationId xmlns:a16="http://schemas.microsoft.com/office/drawing/2014/main" id="{749A4790-3BF9-4770-FEC6-29E14DAC0542}"/>
              </a:ext>
            </a:extLst>
          </p:cNvPr>
          <p:cNvGrpSpPr/>
          <p:nvPr/>
        </p:nvGrpSpPr>
        <p:grpSpPr>
          <a:xfrm>
            <a:off x="787903" y="9088176"/>
            <a:ext cx="6043659" cy="1292586"/>
            <a:chOff x="787903" y="9088176"/>
            <a:chExt cx="6043659" cy="1292586"/>
          </a:xfrm>
        </p:grpSpPr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02E3109D-B50A-0288-833F-B61BD2D0FFC1}"/>
                </a:ext>
              </a:extLst>
            </p:cNvPr>
            <p:cNvSpPr/>
            <p:nvPr/>
          </p:nvSpPr>
          <p:spPr>
            <a:xfrm>
              <a:off x="787903" y="9088176"/>
              <a:ext cx="6043659" cy="1292586"/>
            </a:xfrm>
            <a:prstGeom prst="roundRect">
              <a:avLst>
                <a:gd name="adj" fmla="val 8334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8E317321-1E48-153E-C951-79C73F1A397D}"/>
                </a:ext>
              </a:extLst>
            </p:cNvPr>
            <p:cNvSpPr/>
            <p:nvPr/>
          </p:nvSpPr>
          <p:spPr>
            <a:xfrm>
              <a:off x="6535080" y="9291171"/>
              <a:ext cx="139536" cy="4328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A2EAA3C9-62FD-E876-EE4B-97C18B06674C}"/>
                </a:ext>
              </a:extLst>
            </p:cNvPr>
            <p:cNvGrpSpPr/>
            <p:nvPr/>
          </p:nvGrpSpPr>
          <p:grpSpPr>
            <a:xfrm>
              <a:off x="964388" y="9254226"/>
              <a:ext cx="933314" cy="261610"/>
              <a:chOff x="1168701" y="5655177"/>
              <a:chExt cx="933314" cy="261610"/>
            </a:xfrm>
          </p:grpSpPr>
          <p:sp>
            <p:nvSpPr>
              <p:cNvPr id="189" name="사각형: 둥근 모서리 188">
                <a:extLst>
                  <a:ext uri="{FF2B5EF4-FFF2-40B4-BE49-F238E27FC236}">
                    <a16:creationId xmlns:a16="http://schemas.microsoft.com/office/drawing/2014/main" id="{45C60E97-1AE4-3CF3-64DB-643E11434032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아몬드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E8617D17-7B31-361B-984B-A396131F98C1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8F0E4A5F-8146-12B0-435A-E34574F1825F}"/>
                </a:ext>
              </a:extLst>
            </p:cNvPr>
            <p:cNvGrpSpPr/>
            <p:nvPr/>
          </p:nvGrpSpPr>
          <p:grpSpPr>
            <a:xfrm>
              <a:off x="1996459" y="9254226"/>
              <a:ext cx="933314" cy="261610"/>
              <a:chOff x="1168701" y="5655177"/>
              <a:chExt cx="933314" cy="261610"/>
            </a:xfrm>
          </p:grpSpPr>
          <p:sp>
            <p:nvSpPr>
              <p:cNvPr id="2048" name="사각형: 둥근 모서리 2047">
                <a:extLst>
                  <a:ext uri="{FF2B5EF4-FFF2-40B4-BE49-F238E27FC236}">
                    <a16:creationId xmlns:a16="http://schemas.microsoft.com/office/drawing/2014/main" id="{887F2E20-6C68-106C-5279-F44BCFD63F19}"/>
                  </a:ext>
                </a:extLst>
              </p:cNvPr>
              <p:cNvSpPr/>
              <p:nvPr/>
            </p:nvSpPr>
            <p:spPr>
              <a:xfrm>
                <a:off x="1168701" y="5665749"/>
                <a:ext cx="933314" cy="229500"/>
              </a:xfrm>
              <a:prstGeom prst="roundRect">
                <a:avLst>
                  <a:gd name="adj" fmla="val 38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0" rIns="0" bIns="0" rtlCol="0" anchor="ctr"/>
              <a:lstStyle/>
              <a:p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양파</a:t>
                </a:r>
              </a:p>
            </p:txBody>
          </p:sp>
          <p:sp>
            <p:nvSpPr>
              <p:cNvPr id="2049" name="TextBox 2048">
                <a:extLst>
                  <a:ext uri="{FF2B5EF4-FFF2-40B4-BE49-F238E27FC236}">
                    <a16:creationId xmlns:a16="http://schemas.microsoft.com/office/drawing/2014/main" id="{EB174FC3-1C8B-F35A-B7FC-27AC2AD4AAA9}"/>
                  </a:ext>
                </a:extLst>
              </p:cNvPr>
              <p:cNvSpPr txBox="1"/>
              <p:nvPr/>
            </p:nvSpPr>
            <p:spPr>
              <a:xfrm>
                <a:off x="1890281" y="5655177"/>
                <a:ext cx="1575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X</a:t>
                </a:r>
                <a:endPara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A54D0D52-CA6B-4C56-CDC9-B807871117F3}"/>
                </a:ext>
              </a:extLst>
            </p:cNvPr>
            <p:cNvSpPr txBox="1"/>
            <p:nvPr/>
          </p:nvSpPr>
          <p:spPr>
            <a:xfrm>
              <a:off x="3750110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593B3838-C154-E41C-D52C-08B9859CA423}"/>
                </a:ext>
              </a:extLst>
            </p:cNvPr>
            <p:cNvSpPr txBox="1"/>
            <p:nvPr/>
          </p:nvSpPr>
          <p:spPr>
            <a:xfrm>
              <a:off x="478218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59" name="TextBox 2058">
              <a:extLst>
                <a:ext uri="{FF2B5EF4-FFF2-40B4-BE49-F238E27FC236}">
                  <a16:creationId xmlns:a16="http://schemas.microsoft.com/office/drawing/2014/main" id="{3208C629-C138-2F96-7308-B8527843A56A}"/>
                </a:ext>
              </a:extLst>
            </p:cNvPr>
            <p:cNvSpPr txBox="1"/>
            <p:nvPr/>
          </p:nvSpPr>
          <p:spPr>
            <a:xfrm>
              <a:off x="5814251" y="9254226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062" name="TextBox 2061">
              <a:extLst>
                <a:ext uri="{FF2B5EF4-FFF2-40B4-BE49-F238E27FC236}">
                  <a16:creationId xmlns:a16="http://schemas.microsoft.com/office/drawing/2014/main" id="{B828B2CD-D850-B0F9-C864-269A6A1B0E15}"/>
                </a:ext>
              </a:extLst>
            </p:cNvPr>
            <p:cNvSpPr txBox="1"/>
            <p:nvPr/>
          </p:nvSpPr>
          <p:spPr>
            <a:xfrm>
              <a:off x="1685968" y="9584075"/>
              <a:ext cx="15759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F6469B26-C9F9-3418-A056-A422DE173744}"/>
              </a:ext>
            </a:extLst>
          </p:cNvPr>
          <p:cNvCxnSpPr>
            <a:cxnSpLocks/>
          </p:cNvCxnSpPr>
          <p:nvPr/>
        </p:nvCxnSpPr>
        <p:spPr>
          <a:xfrm>
            <a:off x="381000" y="4965700"/>
            <a:ext cx="6450562" cy="0"/>
          </a:xfrm>
          <a:prstGeom prst="lin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3" name="사각형: 둥근 모서리 2072">
            <a:extLst>
              <a:ext uri="{FF2B5EF4-FFF2-40B4-BE49-F238E27FC236}">
                <a16:creationId xmlns:a16="http://schemas.microsoft.com/office/drawing/2014/main" id="{A2F6CD30-33D9-FC53-3C6C-3E8068B72BFA}"/>
              </a:ext>
            </a:extLst>
          </p:cNvPr>
          <p:cNvSpPr/>
          <p:nvPr/>
        </p:nvSpPr>
        <p:spPr>
          <a:xfrm>
            <a:off x="682423" y="10900454"/>
            <a:ext cx="6087321" cy="2805297"/>
          </a:xfrm>
          <a:prstGeom prst="roundRect">
            <a:avLst>
              <a:gd name="adj" fmla="val 8518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광고 추가 할 자리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새로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사야하는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쿠팡이나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마켓컬리로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바로 이동 가능하게 하여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광고 삽입하기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85AD29-0449-2965-7384-2EC96A19DFF7}"/>
              </a:ext>
            </a:extLst>
          </p:cNvPr>
          <p:cNvSpPr txBox="1"/>
          <p:nvPr/>
        </p:nvSpPr>
        <p:spPr>
          <a:xfrm>
            <a:off x="-118714" y="-643623"/>
            <a:ext cx="8183214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추가 시 상세 정보 팝업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2]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01046292-B50B-DA93-5C5B-86CC0444D0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7955" y="-9272"/>
            <a:ext cx="7235220" cy="1575220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AE7693C0-C17F-42BE-87E5-1DE65EF2E231}"/>
              </a:ext>
            </a:extLst>
          </p:cNvPr>
          <p:cNvGrpSpPr/>
          <p:nvPr/>
        </p:nvGrpSpPr>
        <p:grpSpPr>
          <a:xfrm>
            <a:off x="1077858" y="3366159"/>
            <a:ext cx="4713603" cy="3250828"/>
            <a:chOff x="1271167" y="3999760"/>
            <a:chExt cx="4713603" cy="3250828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4C5F1A85-B232-E715-0141-7530B16C2107}"/>
                </a:ext>
              </a:extLst>
            </p:cNvPr>
            <p:cNvSpPr/>
            <p:nvPr/>
          </p:nvSpPr>
          <p:spPr>
            <a:xfrm>
              <a:off x="1271167" y="3999760"/>
              <a:ext cx="4713603" cy="3250828"/>
            </a:xfrm>
            <a:prstGeom prst="roundRect">
              <a:avLst>
                <a:gd name="adj" fmla="val 2707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373FB23-EBDD-030C-3A1E-C60A4194E4C8}"/>
                </a:ext>
              </a:extLst>
            </p:cNvPr>
            <p:cNvSpPr txBox="1"/>
            <p:nvPr/>
          </p:nvSpPr>
          <p:spPr>
            <a:xfrm>
              <a:off x="1750407" y="4223888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재료의 상세정보를 선택해 주세요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8D008D7-71A9-568B-CF92-EBBE2E249C3A}"/>
                </a:ext>
              </a:extLst>
            </p:cNvPr>
            <p:cNvSpPr txBox="1"/>
            <p:nvPr/>
          </p:nvSpPr>
          <p:spPr>
            <a:xfrm>
              <a:off x="1425078" y="4600118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유통기한은 언제까지 인가요</a:t>
              </a:r>
              <a:r>
                <a:rPr lang="en-US" altLang="ko-KR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?</a:t>
              </a:r>
              <a:endParaRPr lang="ko-KR" alt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33" name="Picture 2" descr="Datepicker Jquery 다중달력 등 다양한 옵션 : 네이버 블로그">
              <a:extLst>
                <a:ext uri="{FF2B5EF4-FFF2-40B4-BE49-F238E27FC236}">
                  <a16:creationId xmlns:a16="http://schemas.microsoft.com/office/drawing/2014/main" id="{10E16EEC-7EDF-CC32-7656-8F6DC7A98F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1" r="3592" b="1883"/>
            <a:stretch/>
          </p:blipFill>
          <p:spPr bwMode="auto">
            <a:xfrm>
              <a:off x="1519298" y="4817188"/>
              <a:ext cx="2777718" cy="2305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700F241-C6D2-B8E6-4268-8624025565CD}"/>
                </a:ext>
              </a:extLst>
            </p:cNvPr>
            <p:cNvCxnSpPr/>
            <p:nvPr/>
          </p:nvCxnSpPr>
          <p:spPr>
            <a:xfrm>
              <a:off x="1557639" y="4544060"/>
              <a:ext cx="412182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F25BAB80-EF87-7FBE-96BD-5525D0765BAB}"/>
              </a:ext>
            </a:extLst>
          </p:cNvPr>
          <p:cNvGrpSpPr/>
          <p:nvPr/>
        </p:nvGrpSpPr>
        <p:grpSpPr>
          <a:xfrm>
            <a:off x="1077858" y="7088928"/>
            <a:ext cx="4713603" cy="3250828"/>
            <a:chOff x="1077858" y="3366159"/>
            <a:chExt cx="4713603" cy="3250828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F3CFE88F-4410-9C06-F397-240E0883DFA9}"/>
                </a:ext>
              </a:extLst>
            </p:cNvPr>
            <p:cNvGrpSpPr/>
            <p:nvPr/>
          </p:nvGrpSpPr>
          <p:grpSpPr>
            <a:xfrm>
              <a:off x="1077858" y="3366159"/>
              <a:ext cx="4713603" cy="3250828"/>
              <a:chOff x="1271167" y="3999760"/>
              <a:chExt cx="4713603" cy="3250828"/>
            </a:xfrm>
          </p:grpSpPr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73446F84-54C3-B83B-701A-9AEB0456AB45}"/>
                  </a:ext>
                </a:extLst>
              </p:cNvPr>
              <p:cNvSpPr/>
              <p:nvPr/>
            </p:nvSpPr>
            <p:spPr>
              <a:xfrm>
                <a:off x="1271167" y="3999760"/>
                <a:ext cx="4713603" cy="3250828"/>
              </a:xfrm>
              <a:prstGeom prst="roundRect">
                <a:avLst>
                  <a:gd name="adj" fmla="val 2707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967125F-0B40-9EEB-44B2-54ADF9AA98B1}"/>
                  </a:ext>
                </a:extLst>
              </p:cNvPr>
              <p:cNvSpPr txBox="1"/>
              <p:nvPr/>
            </p:nvSpPr>
            <p:spPr>
              <a:xfrm>
                <a:off x="1750407" y="4223888"/>
                <a:ext cx="3724444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재료의 상세정보를 선택해 주세요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AE681ED-D4CB-41E9-E4C7-13C00F3B1765}"/>
                  </a:ext>
                </a:extLst>
              </p:cNvPr>
              <p:cNvSpPr txBox="1"/>
              <p:nvPr/>
            </p:nvSpPr>
            <p:spPr>
              <a:xfrm>
                <a:off x="1425078" y="4600118"/>
                <a:ext cx="3724444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구매시점은 언제 인가요</a:t>
                </a:r>
                <a:r>
                  <a:rPr lang="en-US" altLang="ko-KR" sz="105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?</a:t>
                </a:r>
                <a:endPara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48" name="Picture 2" descr="Datepicker Jquery 다중달력 등 다양한 옵션 : 네이버 블로그">
                <a:extLst>
                  <a:ext uri="{FF2B5EF4-FFF2-40B4-BE49-F238E27FC236}">
                    <a16:creationId xmlns:a16="http://schemas.microsoft.com/office/drawing/2014/main" id="{0F264E5E-87FA-9B53-94F6-69C5B64FF8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" r="3592" b="89306"/>
              <a:stretch/>
            </p:blipFill>
            <p:spPr bwMode="auto">
              <a:xfrm>
                <a:off x="1519298" y="4817188"/>
                <a:ext cx="2777718" cy="2512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7CA25546-CFD0-7A05-D8D8-F9131106558A}"/>
                  </a:ext>
                </a:extLst>
              </p:cNvPr>
              <p:cNvCxnSpPr/>
              <p:nvPr/>
            </p:nvCxnSpPr>
            <p:spPr>
              <a:xfrm>
                <a:off x="1557639" y="4544060"/>
                <a:ext cx="412182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0893023D-0000-BB82-6B40-69DA10AF74E6}"/>
                </a:ext>
              </a:extLst>
            </p:cNvPr>
            <p:cNvSpPr/>
            <p:nvPr/>
          </p:nvSpPr>
          <p:spPr>
            <a:xfrm>
              <a:off x="1289330" y="4550708"/>
              <a:ext cx="876949" cy="18808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잘 모르겠어요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7DA1CB4-EF7D-300C-4F16-B1C72B7887CB}"/>
              </a:ext>
            </a:extLst>
          </p:cNvPr>
          <p:cNvSpPr/>
          <p:nvPr/>
        </p:nvSpPr>
        <p:spPr>
          <a:xfrm>
            <a:off x="840120" y="3164618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32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58B55D5-F4AB-2BE8-8A5A-0BA3B8899819}"/>
              </a:ext>
            </a:extLst>
          </p:cNvPr>
          <p:cNvSpPr/>
          <p:nvPr/>
        </p:nvSpPr>
        <p:spPr>
          <a:xfrm>
            <a:off x="840120" y="6884889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ⓑ</a:t>
            </a:r>
            <a:endParaRPr lang="ko-KR" altLang="en-US" sz="3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351D8D-6412-A7EE-5354-87EFBF5281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988001" y="8205331"/>
            <a:ext cx="3829050" cy="1447800"/>
          </a:xfrm>
          <a:prstGeom prst="rect">
            <a:avLst/>
          </a:prstGeom>
        </p:spPr>
      </p:pic>
      <p:pic>
        <p:nvPicPr>
          <p:cNvPr id="1026" name="Picture 2" descr="마우스 커서 기호 화살표 클릭 포인터 그림 절연, 손가락, 편물, 단추 PNG, 일러스트 및 벡터 에 대한 무료 다운로드 -  Pngtree">
            <a:extLst>
              <a:ext uri="{FF2B5EF4-FFF2-40B4-BE49-F238E27FC236}">
                <a16:creationId xmlns:a16="http://schemas.microsoft.com/office/drawing/2014/main" id="{0EC6F405-8881-3DD3-9FB2-B4C027D77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29061" y="9088176"/>
            <a:ext cx="1449655" cy="1449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4AFB7B4-527B-8D4A-7D30-C1BFDA2A5AC9}"/>
              </a:ext>
            </a:extLst>
          </p:cNvPr>
          <p:cNvSpPr/>
          <p:nvPr/>
        </p:nvSpPr>
        <p:spPr>
          <a:xfrm>
            <a:off x="-3393032" y="9435938"/>
            <a:ext cx="1489388" cy="298531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 </a:t>
            </a:r>
            <a:r>
              <a:rPr lang="en-US" altLang="ko-KR" sz="10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2025.05.09</a:t>
            </a:r>
            <a:endParaRPr lang="ko-KR" altLang="en-US" sz="10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FDFB0AD-B2E5-17B1-4F58-7E60F90648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184114" y="1851632"/>
            <a:ext cx="3648075" cy="533400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94FB618-B5B9-3F50-B2E8-8495580854B5}"/>
              </a:ext>
            </a:extLst>
          </p:cNvPr>
          <p:cNvSpPr/>
          <p:nvPr/>
        </p:nvSpPr>
        <p:spPr>
          <a:xfrm>
            <a:off x="-4294767" y="2572985"/>
            <a:ext cx="784327" cy="1567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 </a:t>
            </a:r>
            <a:r>
              <a:rPr lang="ko-KR" altLang="en-US" sz="7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임박순</a:t>
            </a:r>
            <a:r>
              <a:rPr lang="ko-KR" altLang="en-US" sz="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8ED437E-316C-4E22-777C-C04682572056}"/>
              </a:ext>
            </a:extLst>
          </p:cNvPr>
          <p:cNvSpPr/>
          <p:nvPr/>
        </p:nvSpPr>
        <p:spPr>
          <a:xfrm>
            <a:off x="-3459742" y="2570770"/>
            <a:ext cx="784327" cy="1567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구매일 오래된 순 ∨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2C535E-26AA-0810-7E54-C1B11ECBEEB9}"/>
              </a:ext>
            </a:extLst>
          </p:cNvPr>
          <p:cNvSpPr/>
          <p:nvPr/>
        </p:nvSpPr>
        <p:spPr>
          <a:xfrm>
            <a:off x="-4294767" y="4103240"/>
            <a:ext cx="784327" cy="1567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 </a:t>
            </a:r>
            <a:r>
              <a:rPr lang="ko-KR" altLang="en-US" sz="7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임박순</a:t>
            </a:r>
            <a:r>
              <a:rPr lang="ko-KR" altLang="en-US" sz="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E05F019-12AF-4522-7BB1-8C924C1E1940}"/>
              </a:ext>
            </a:extLst>
          </p:cNvPr>
          <p:cNvSpPr/>
          <p:nvPr/>
        </p:nvSpPr>
        <p:spPr>
          <a:xfrm>
            <a:off x="-3459742" y="4101025"/>
            <a:ext cx="784327" cy="1567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구매일 오래된 순 ∨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4A3EF84-9B47-7763-4C7A-E8ECFA958C9D}"/>
              </a:ext>
            </a:extLst>
          </p:cNvPr>
          <p:cNvSpPr/>
          <p:nvPr/>
        </p:nvSpPr>
        <p:spPr>
          <a:xfrm>
            <a:off x="-4333703" y="5694360"/>
            <a:ext cx="784327" cy="1567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 </a:t>
            </a:r>
            <a:r>
              <a:rPr lang="ko-KR" altLang="en-US" sz="7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임박순</a:t>
            </a:r>
            <a:r>
              <a:rPr lang="ko-KR" altLang="en-US" sz="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1E51870-2D3A-4D70-6927-F56A826C1651}"/>
              </a:ext>
            </a:extLst>
          </p:cNvPr>
          <p:cNvSpPr/>
          <p:nvPr/>
        </p:nvSpPr>
        <p:spPr>
          <a:xfrm>
            <a:off x="-3498678" y="5692145"/>
            <a:ext cx="784327" cy="1567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구매일 오래된 순 ∨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67EA670-73F6-AB78-5F8C-452AF36657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4327" y="-68171"/>
            <a:ext cx="7319546" cy="1575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1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82256-27E8-6FC8-FFE6-56A76637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5" name="자유형: 도형 4344">
            <a:extLst>
              <a:ext uri="{FF2B5EF4-FFF2-40B4-BE49-F238E27FC236}">
                <a16:creationId xmlns:a16="http://schemas.microsoft.com/office/drawing/2014/main" id="{6B2A5BB2-6D89-66BB-4975-BBA430EA13F8}"/>
              </a:ext>
            </a:extLst>
          </p:cNvPr>
          <p:cNvSpPr/>
          <p:nvPr/>
        </p:nvSpPr>
        <p:spPr>
          <a:xfrm>
            <a:off x="33627621" y="-1949451"/>
            <a:ext cx="2418736" cy="2667001"/>
          </a:xfrm>
          <a:custGeom>
            <a:avLst/>
            <a:gdLst>
              <a:gd name="connsiteX0" fmla="*/ 0 w 2418736"/>
              <a:gd name="connsiteY0" fmla="*/ 0 h 2903796"/>
              <a:gd name="connsiteX1" fmla="*/ 2418736 w 2418736"/>
              <a:gd name="connsiteY1" fmla="*/ 0 h 2903796"/>
              <a:gd name="connsiteX2" fmla="*/ 2418736 w 2418736"/>
              <a:gd name="connsiteY2" fmla="*/ 2846985 h 2903796"/>
              <a:gd name="connsiteX3" fmla="*/ 1238866 w 2418736"/>
              <a:gd name="connsiteY3" fmla="*/ 1710814 h 2903796"/>
              <a:gd name="connsiteX4" fmla="*/ 0 w 2418736"/>
              <a:gd name="connsiteY4" fmla="*/ 2903796 h 2903796"/>
              <a:gd name="connsiteX5" fmla="*/ 0 w 2418736"/>
              <a:gd name="connsiteY5" fmla="*/ 0 h 290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18736" h="2903796">
                <a:moveTo>
                  <a:pt x="0" y="0"/>
                </a:moveTo>
                <a:lnTo>
                  <a:pt x="2418736" y="0"/>
                </a:lnTo>
                <a:lnTo>
                  <a:pt x="2418736" y="2846985"/>
                </a:lnTo>
                <a:lnTo>
                  <a:pt x="1238866" y="1710814"/>
                </a:lnTo>
                <a:lnTo>
                  <a:pt x="0" y="2903796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348" name="그림 4347">
            <a:extLst>
              <a:ext uri="{FF2B5EF4-FFF2-40B4-BE49-F238E27FC236}">
                <a16:creationId xmlns:a16="http://schemas.microsoft.com/office/drawing/2014/main" id="{62CF7032-E35D-373E-09B8-F1DB8169AA9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3436422" y="-2183315"/>
            <a:ext cx="2810500" cy="3084843"/>
          </a:xfrm>
          <a:prstGeom prst="rect">
            <a:avLst/>
          </a:prstGeom>
        </p:spPr>
      </p:pic>
      <p:pic>
        <p:nvPicPr>
          <p:cNvPr id="4256" name="Picture 4" descr="확인하다 - 무료 ui개 아이콘">
            <a:extLst>
              <a:ext uri="{FF2B5EF4-FFF2-40B4-BE49-F238E27FC236}">
                <a16:creationId xmlns:a16="http://schemas.microsoft.com/office/drawing/2014/main" id="{E2372F25-A9D2-1CD2-3F80-3C107BA8B0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755" t="8952" r="8974" b="9470"/>
          <a:stretch/>
        </p:blipFill>
        <p:spPr bwMode="auto">
          <a:xfrm>
            <a:off x="17551400" y="1429671"/>
            <a:ext cx="3317240" cy="328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2" name="직사각형 2071">
            <a:extLst>
              <a:ext uri="{FF2B5EF4-FFF2-40B4-BE49-F238E27FC236}">
                <a16:creationId xmlns:a16="http://schemas.microsoft.com/office/drawing/2014/main" id="{C5AE32C9-6529-E064-1A4C-F281992AFE16}"/>
              </a:ext>
            </a:extLst>
          </p:cNvPr>
          <p:cNvSpPr/>
          <p:nvPr/>
        </p:nvSpPr>
        <p:spPr>
          <a:xfrm>
            <a:off x="-1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B7E114-B970-71F0-32C4-517D06A98663}"/>
              </a:ext>
            </a:extLst>
          </p:cNvPr>
          <p:cNvSpPr/>
          <p:nvPr/>
        </p:nvSpPr>
        <p:spPr>
          <a:xfrm>
            <a:off x="263353" y="3141301"/>
            <a:ext cx="6707827" cy="2087464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4F66CA8-5915-184E-98F1-4CBA666CF2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57" b="4397"/>
          <a:stretch/>
        </p:blipFill>
        <p:spPr>
          <a:xfrm>
            <a:off x="471863" y="3292886"/>
            <a:ext cx="830748" cy="7950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B505D4-66DE-840A-32C5-57DAC0BD33B5}"/>
              </a:ext>
            </a:extLst>
          </p:cNvPr>
          <p:cNvSpPr txBox="1"/>
          <p:nvPr/>
        </p:nvSpPr>
        <p:spPr>
          <a:xfrm>
            <a:off x="1424025" y="3255643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간단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6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306AB27A-68C4-DFC5-C525-9CFEC8107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3323842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970DC6C-3E85-CC87-377D-43EB8C80A017}"/>
              </a:ext>
            </a:extLst>
          </p:cNvPr>
          <p:cNvSpPr/>
          <p:nvPr/>
        </p:nvSpPr>
        <p:spPr>
          <a:xfrm>
            <a:off x="430719" y="4229508"/>
            <a:ext cx="871892" cy="79505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99%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87EB2E-426D-7FF7-842B-CBFCB9D9754C}"/>
              </a:ext>
            </a:extLst>
          </p:cNvPr>
          <p:cNvSpPr txBox="1"/>
          <p:nvPr/>
        </p:nvSpPr>
        <p:spPr>
          <a:xfrm>
            <a:off x="5918780" y="3255643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25-03-08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CBDDCB-C987-CC66-3683-8CC96339B8B3}"/>
              </a:ext>
            </a:extLst>
          </p:cNvPr>
          <p:cNvSpPr txBox="1"/>
          <p:nvPr/>
        </p:nvSpPr>
        <p:spPr>
          <a:xfrm>
            <a:off x="1405927" y="3600041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저는 평소 찬거리 고를 때 마트에 가서 한 번 쭉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둘러 본 다음에 오늘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세일하는거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뭔가 보고 결정을 해요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지난주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어느날에는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마트에 갔는데 오징어 세일이라 집어 왔어요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그래서 이걸로 오징어요리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뭐할까하다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그냥 제일 간단한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물기없는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오징어볶음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레시피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2F34342-7E63-DB1D-A881-2012CA1FE764}"/>
              </a:ext>
            </a:extLst>
          </p:cNvPr>
          <p:cNvSpPr/>
          <p:nvPr/>
        </p:nvSpPr>
        <p:spPr>
          <a:xfrm>
            <a:off x="1443258" y="4225450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22D1E4C-A1DF-20C9-7620-D6C29EA2DC0A}"/>
              </a:ext>
            </a:extLst>
          </p:cNvPr>
          <p:cNvSpPr/>
          <p:nvPr/>
        </p:nvSpPr>
        <p:spPr>
          <a:xfrm>
            <a:off x="1443258" y="4521457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15F9982-E59C-6E20-1D9F-FA502D0AC53E}"/>
              </a:ext>
            </a:extLst>
          </p:cNvPr>
          <p:cNvSpPr/>
          <p:nvPr/>
        </p:nvSpPr>
        <p:spPr>
          <a:xfrm>
            <a:off x="2496990" y="451863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24ECC97-EC0B-7810-76F4-26D7A59A14E8}"/>
              </a:ext>
            </a:extLst>
          </p:cNvPr>
          <p:cNvSpPr/>
          <p:nvPr/>
        </p:nvSpPr>
        <p:spPr>
          <a:xfrm>
            <a:off x="2496990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793D9E6-971B-A9DC-DCE7-1F93814DF5AE}"/>
              </a:ext>
            </a:extLst>
          </p:cNvPr>
          <p:cNvSpPr/>
          <p:nvPr/>
        </p:nvSpPr>
        <p:spPr>
          <a:xfrm>
            <a:off x="2999339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4F4921C-5461-228C-4CA5-23BF00C4822E}"/>
              </a:ext>
            </a:extLst>
          </p:cNvPr>
          <p:cNvSpPr/>
          <p:nvPr/>
        </p:nvSpPr>
        <p:spPr>
          <a:xfrm>
            <a:off x="3501689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670AD15-3EAB-AB3D-711A-68DCE8B3F5D3}"/>
              </a:ext>
            </a:extLst>
          </p:cNvPr>
          <p:cNvSpPr/>
          <p:nvPr/>
        </p:nvSpPr>
        <p:spPr>
          <a:xfrm>
            <a:off x="4004038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009FAFC-B930-D56D-82D2-639263D0ADD9}"/>
              </a:ext>
            </a:extLst>
          </p:cNvPr>
          <p:cNvSpPr/>
          <p:nvPr/>
        </p:nvSpPr>
        <p:spPr>
          <a:xfrm>
            <a:off x="4506388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A09615A-D260-3F17-D31F-078A4B9CF975}"/>
              </a:ext>
            </a:extLst>
          </p:cNvPr>
          <p:cNvSpPr/>
          <p:nvPr/>
        </p:nvSpPr>
        <p:spPr>
          <a:xfrm>
            <a:off x="5008737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올리고당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83F9441-E937-AD69-F32D-B73CEB85E5BE}"/>
              </a:ext>
            </a:extLst>
          </p:cNvPr>
          <p:cNvSpPr/>
          <p:nvPr/>
        </p:nvSpPr>
        <p:spPr>
          <a:xfrm>
            <a:off x="5511087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711F697-EABC-D156-42B9-F5C52CD3B9B7}"/>
              </a:ext>
            </a:extLst>
          </p:cNvPr>
          <p:cNvSpPr/>
          <p:nvPr/>
        </p:nvSpPr>
        <p:spPr>
          <a:xfrm>
            <a:off x="6013436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E9F6D3-91D7-CE8E-A5BC-F1A2562B8482}"/>
              </a:ext>
            </a:extLst>
          </p:cNvPr>
          <p:cNvSpPr txBox="1"/>
          <p:nvPr/>
        </p:nvSpPr>
        <p:spPr>
          <a:xfrm>
            <a:off x="6504328" y="4181607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93D73614-2DAD-3984-8DBD-1913644322F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6669029" y="3617218"/>
            <a:ext cx="116844" cy="547211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C8BE0A5-3B60-5A05-C870-67FD480DC69D}"/>
              </a:ext>
            </a:extLst>
          </p:cNvPr>
          <p:cNvSpPr txBox="1"/>
          <p:nvPr/>
        </p:nvSpPr>
        <p:spPr>
          <a:xfrm>
            <a:off x="228136" y="2526141"/>
            <a:ext cx="5687457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레시피는 네이버 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인플루언서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및 상위 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유튜버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레시피를 엄선한 내용입니다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FA25A00-D846-0649-3E2D-87734BDBACC4}"/>
              </a:ext>
            </a:extLst>
          </p:cNvPr>
          <p:cNvSpPr/>
          <p:nvPr/>
        </p:nvSpPr>
        <p:spPr>
          <a:xfrm>
            <a:off x="263353" y="5337076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C13936-D507-279E-BCFF-0F237A7A7970}"/>
              </a:ext>
            </a:extLst>
          </p:cNvPr>
          <p:cNvSpPr txBox="1"/>
          <p:nvPr/>
        </p:nvSpPr>
        <p:spPr>
          <a:xfrm>
            <a:off x="1424025" y="5451418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54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9D0074C5-8652-8437-EA08-78DA21EC64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5519617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761EADF-BBF9-36DE-CB58-6891DA591A21}"/>
              </a:ext>
            </a:extLst>
          </p:cNvPr>
          <p:cNvSpPr/>
          <p:nvPr/>
        </p:nvSpPr>
        <p:spPr>
          <a:xfrm>
            <a:off x="430719" y="6425284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8B5647-D5B6-0B86-91FF-89A07BDE2FF0}"/>
              </a:ext>
            </a:extLst>
          </p:cNvPr>
          <p:cNvSpPr txBox="1"/>
          <p:nvPr/>
        </p:nvSpPr>
        <p:spPr>
          <a:xfrm>
            <a:off x="5918780" y="5451418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67B2FA-5068-228E-5CCB-75BABA831F44}"/>
              </a:ext>
            </a:extLst>
          </p:cNvPr>
          <p:cNvSpPr txBox="1"/>
          <p:nvPr/>
        </p:nvSpPr>
        <p:spPr>
          <a:xfrm>
            <a:off x="1405927" y="5795816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 메뉴이기 때문에 앞다리살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삼겹살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뒷다리살 등 구입을 해오면 볶아먹게 되는 것 같습니다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…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8E9440C-F630-C6A9-5D0F-93C993431B74}"/>
              </a:ext>
            </a:extLst>
          </p:cNvPr>
          <p:cNvSpPr/>
          <p:nvPr/>
        </p:nvSpPr>
        <p:spPr>
          <a:xfrm>
            <a:off x="1443258" y="642122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60628F3-07EE-8F5E-7AFA-00108E518538}"/>
              </a:ext>
            </a:extLst>
          </p:cNvPr>
          <p:cNvSpPr/>
          <p:nvPr/>
        </p:nvSpPr>
        <p:spPr>
          <a:xfrm>
            <a:off x="1443258" y="671723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565322C-A19C-39CC-621F-E54276C59F94}"/>
              </a:ext>
            </a:extLst>
          </p:cNvPr>
          <p:cNvSpPr/>
          <p:nvPr/>
        </p:nvSpPr>
        <p:spPr>
          <a:xfrm>
            <a:off x="2496990" y="671440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31395C2-7032-7434-0000-DE9C89B86D96}"/>
              </a:ext>
            </a:extLst>
          </p:cNvPr>
          <p:cNvSpPr/>
          <p:nvPr/>
        </p:nvSpPr>
        <p:spPr>
          <a:xfrm>
            <a:off x="2992029" y="671440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637C1DD-2642-698A-4A7F-3764DB3A5CB5}"/>
              </a:ext>
            </a:extLst>
          </p:cNvPr>
          <p:cNvSpPr/>
          <p:nvPr/>
        </p:nvSpPr>
        <p:spPr>
          <a:xfrm>
            <a:off x="2496990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삽겹살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D0735D7-6FA4-44A9-27FB-CE880D48645A}"/>
              </a:ext>
            </a:extLst>
          </p:cNvPr>
          <p:cNvSpPr/>
          <p:nvPr/>
        </p:nvSpPr>
        <p:spPr>
          <a:xfrm>
            <a:off x="2999339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4096" name="사각형: 둥근 모서리 4095">
            <a:extLst>
              <a:ext uri="{FF2B5EF4-FFF2-40B4-BE49-F238E27FC236}">
                <a16:creationId xmlns:a16="http://schemas.microsoft.com/office/drawing/2014/main" id="{61E865AD-0CF8-8495-26C9-7C7CCD83EAAC}"/>
              </a:ext>
            </a:extLst>
          </p:cNvPr>
          <p:cNvSpPr/>
          <p:nvPr/>
        </p:nvSpPr>
        <p:spPr>
          <a:xfrm>
            <a:off x="3501689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4097" name="사각형: 둥근 모서리 4096">
            <a:extLst>
              <a:ext uri="{FF2B5EF4-FFF2-40B4-BE49-F238E27FC236}">
                <a16:creationId xmlns:a16="http://schemas.microsoft.com/office/drawing/2014/main" id="{8EEDCC1D-1924-B3FC-0274-9D1A9A4C4884}"/>
              </a:ext>
            </a:extLst>
          </p:cNvPr>
          <p:cNvSpPr/>
          <p:nvPr/>
        </p:nvSpPr>
        <p:spPr>
          <a:xfrm>
            <a:off x="4004038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099" name="사각형: 둥근 모서리 4098">
            <a:extLst>
              <a:ext uri="{FF2B5EF4-FFF2-40B4-BE49-F238E27FC236}">
                <a16:creationId xmlns:a16="http://schemas.microsoft.com/office/drawing/2014/main" id="{033C5CA9-A1C3-83FA-1377-EE4BB9F3D8C2}"/>
              </a:ext>
            </a:extLst>
          </p:cNvPr>
          <p:cNvSpPr/>
          <p:nvPr/>
        </p:nvSpPr>
        <p:spPr>
          <a:xfrm>
            <a:off x="4506388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</a:t>
            </a:r>
          </a:p>
        </p:txBody>
      </p:sp>
      <p:sp>
        <p:nvSpPr>
          <p:cNvPr id="4101" name="사각형: 둥근 모서리 4100">
            <a:extLst>
              <a:ext uri="{FF2B5EF4-FFF2-40B4-BE49-F238E27FC236}">
                <a16:creationId xmlns:a16="http://schemas.microsoft.com/office/drawing/2014/main" id="{D436BDF8-32DC-4B9B-D552-D01BE1B98F7A}"/>
              </a:ext>
            </a:extLst>
          </p:cNvPr>
          <p:cNvSpPr/>
          <p:nvPr/>
        </p:nvSpPr>
        <p:spPr>
          <a:xfrm>
            <a:off x="5008737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02" name="사각형: 둥근 모서리 4101">
            <a:extLst>
              <a:ext uri="{FF2B5EF4-FFF2-40B4-BE49-F238E27FC236}">
                <a16:creationId xmlns:a16="http://schemas.microsoft.com/office/drawing/2014/main" id="{1906B908-8147-D7DC-9F2A-AEF00C32A31B}"/>
              </a:ext>
            </a:extLst>
          </p:cNvPr>
          <p:cNvSpPr/>
          <p:nvPr/>
        </p:nvSpPr>
        <p:spPr>
          <a:xfrm>
            <a:off x="5511087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03" name="사각형: 둥근 모서리 4102">
            <a:extLst>
              <a:ext uri="{FF2B5EF4-FFF2-40B4-BE49-F238E27FC236}">
                <a16:creationId xmlns:a16="http://schemas.microsoft.com/office/drawing/2014/main" id="{2B5FFB69-5308-249C-9C56-08F15B153CB6}"/>
              </a:ext>
            </a:extLst>
          </p:cNvPr>
          <p:cNvSpPr/>
          <p:nvPr/>
        </p:nvSpPr>
        <p:spPr>
          <a:xfrm>
            <a:off x="6013436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 </a:t>
            </a:r>
          </a:p>
        </p:txBody>
      </p:sp>
      <p:sp>
        <p:nvSpPr>
          <p:cNvPr id="4104" name="TextBox 4103">
            <a:extLst>
              <a:ext uri="{FF2B5EF4-FFF2-40B4-BE49-F238E27FC236}">
                <a16:creationId xmlns:a16="http://schemas.microsoft.com/office/drawing/2014/main" id="{4550524B-C04F-8C17-EC71-23C00A69BF37}"/>
              </a:ext>
            </a:extLst>
          </p:cNvPr>
          <p:cNvSpPr txBox="1"/>
          <p:nvPr/>
        </p:nvSpPr>
        <p:spPr>
          <a:xfrm>
            <a:off x="6504328" y="6377382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05" name="그림 4104">
            <a:extLst>
              <a:ext uri="{FF2B5EF4-FFF2-40B4-BE49-F238E27FC236}">
                <a16:creationId xmlns:a16="http://schemas.microsoft.com/office/drawing/2014/main" id="{5020720A-B423-A0C7-C313-C3D51C9AF91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6669029" y="5812993"/>
            <a:ext cx="116844" cy="547211"/>
          </a:xfrm>
          <a:prstGeom prst="rect">
            <a:avLst/>
          </a:prstGeom>
        </p:spPr>
      </p:pic>
      <p:sp>
        <p:nvSpPr>
          <p:cNvPr id="4106" name="사각형: 둥근 모서리 4105">
            <a:extLst>
              <a:ext uri="{FF2B5EF4-FFF2-40B4-BE49-F238E27FC236}">
                <a16:creationId xmlns:a16="http://schemas.microsoft.com/office/drawing/2014/main" id="{AB040F0D-5220-E784-0511-FA52B633371B}"/>
              </a:ext>
            </a:extLst>
          </p:cNvPr>
          <p:cNvSpPr/>
          <p:nvPr/>
        </p:nvSpPr>
        <p:spPr>
          <a:xfrm>
            <a:off x="263353" y="7497775"/>
            <a:ext cx="6707827" cy="1992490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08" name="TextBox 4107">
            <a:extLst>
              <a:ext uri="{FF2B5EF4-FFF2-40B4-BE49-F238E27FC236}">
                <a16:creationId xmlns:a16="http://schemas.microsoft.com/office/drawing/2014/main" id="{900FDF2B-9AD9-5941-BBCC-97FBEE545AFE}"/>
              </a:ext>
            </a:extLst>
          </p:cNvPr>
          <p:cNvSpPr txBox="1"/>
          <p:nvPr/>
        </p:nvSpPr>
        <p:spPr>
          <a:xfrm>
            <a:off x="1424025" y="7612119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오삼불고기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술안주로 좋지요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~~</a:t>
            </a:r>
          </a:p>
        </p:txBody>
      </p:sp>
      <p:pic>
        <p:nvPicPr>
          <p:cNvPr id="410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0F3881FA-7253-256F-C324-C8A19F7C7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7680318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0" name="사각형: 둥근 모서리 4109">
            <a:extLst>
              <a:ext uri="{FF2B5EF4-FFF2-40B4-BE49-F238E27FC236}">
                <a16:creationId xmlns:a16="http://schemas.microsoft.com/office/drawing/2014/main" id="{B7D3C394-892A-C587-229F-C0459F1DCA80}"/>
              </a:ext>
            </a:extLst>
          </p:cNvPr>
          <p:cNvSpPr/>
          <p:nvPr/>
        </p:nvSpPr>
        <p:spPr>
          <a:xfrm>
            <a:off x="430719" y="8585986"/>
            <a:ext cx="871892" cy="80776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1" name="TextBox 4110">
            <a:extLst>
              <a:ext uri="{FF2B5EF4-FFF2-40B4-BE49-F238E27FC236}">
                <a16:creationId xmlns:a16="http://schemas.microsoft.com/office/drawing/2014/main" id="{F9B6121D-317C-1BF7-90F7-2C29647D1AE9}"/>
              </a:ext>
            </a:extLst>
          </p:cNvPr>
          <p:cNvSpPr txBox="1"/>
          <p:nvPr/>
        </p:nvSpPr>
        <p:spPr>
          <a:xfrm>
            <a:off x="5918780" y="7612119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껌딱지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25-04-06</a:t>
            </a:r>
          </a:p>
        </p:txBody>
      </p:sp>
      <p:sp>
        <p:nvSpPr>
          <p:cNvPr id="4112" name="TextBox 4111">
            <a:extLst>
              <a:ext uri="{FF2B5EF4-FFF2-40B4-BE49-F238E27FC236}">
                <a16:creationId xmlns:a16="http://schemas.microsoft.com/office/drawing/2014/main" id="{0AEA777A-84AE-2565-F7FD-7B6D2E11BA31}"/>
              </a:ext>
            </a:extLst>
          </p:cNvPr>
          <p:cNvSpPr txBox="1"/>
          <p:nvPr/>
        </p:nvSpPr>
        <p:spPr>
          <a:xfrm>
            <a:off x="1405927" y="7956517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언제 먹어도 맛있죠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누구나 다 좋아하죠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볶음도 맛있고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제육볶음도 맛있고 고민될 땐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오삼불고기죠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^^.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밥한그릇 뚝딱하게 만드는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애정하는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메뉴입니다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먼저 통오징어를 먼저 손질해 줍니다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몸통안으로 손가락을 넣어 오징어 몸통과 내장이 연결되어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13" name="사각형: 둥근 모서리 4112">
            <a:extLst>
              <a:ext uri="{FF2B5EF4-FFF2-40B4-BE49-F238E27FC236}">
                <a16:creationId xmlns:a16="http://schemas.microsoft.com/office/drawing/2014/main" id="{10860CFA-0186-77BD-C7FF-6AAE367F4E9C}"/>
              </a:ext>
            </a:extLst>
          </p:cNvPr>
          <p:cNvSpPr/>
          <p:nvPr/>
        </p:nvSpPr>
        <p:spPr>
          <a:xfrm>
            <a:off x="1443258" y="858192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14" name="사각형: 둥근 모서리 4113">
            <a:extLst>
              <a:ext uri="{FF2B5EF4-FFF2-40B4-BE49-F238E27FC236}">
                <a16:creationId xmlns:a16="http://schemas.microsoft.com/office/drawing/2014/main" id="{1774452E-9DF4-7E71-A1B5-4E40DD21C542}"/>
              </a:ext>
            </a:extLst>
          </p:cNvPr>
          <p:cNvSpPr/>
          <p:nvPr/>
        </p:nvSpPr>
        <p:spPr>
          <a:xfrm>
            <a:off x="1443258" y="887793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F6465554-A7B1-6219-D321-C80B9BDBB118}"/>
              </a:ext>
            </a:extLst>
          </p:cNvPr>
          <p:cNvSpPr/>
          <p:nvPr/>
        </p:nvSpPr>
        <p:spPr>
          <a:xfrm>
            <a:off x="2496990" y="887510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EFCAC4A6-1DC9-C107-4BE9-988F9A9CABAA}"/>
              </a:ext>
            </a:extLst>
          </p:cNvPr>
          <p:cNvSpPr/>
          <p:nvPr/>
        </p:nvSpPr>
        <p:spPr>
          <a:xfrm>
            <a:off x="2992029" y="887510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</a:t>
            </a:r>
          </a:p>
        </p:txBody>
      </p:sp>
      <p:sp>
        <p:nvSpPr>
          <p:cNvPr id="4117" name="사각형: 둥근 모서리 4116">
            <a:extLst>
              <a:ext uri="{FF2B5EF4-FFF2-40B4-BE49-F238E27FC236}">
                <a16:creationId xmlns:a16="http://schemas.microsoft.com/office/drawing/2014/main" id="{5A8ABE06-7082-B8CE-870E-03D57534CBF0}"/>
              </a:ext>
            </a:extLst>
          </p:cNvPr>
          <p:cNvSpPr/>
          <p:nvPr/>
        </p:nvSpPr>
        <p:spPr>
          <a:xfrm>
            <a:off x="2496990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914F4EBC-9E23-9B31-0452-B5A8ADA58B90}"/>
              </a:ext>
            </a:extLst>
          </p:cNvPr>
          <p:cNvSpPr/>
          <p:nvPr/>
        </p:nvSpPr>
        <p:spPr>
          <a:xfrm>
            <a:off x="2999339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고추장 </a:t>
            </a:r>
          </a:p>
        </p:txBody>
      </p:sp>
      <p:sp>
        <p:nvSpPr>
          <p:cNvPr id="4119" name="사각형: 둥근 모서리 4118">
            <a:extLst>
              <a:ext uri="{FF2B5EF4-FFF2-40B4-BE49-F238E27FC236}">
                <a16:creationId xmlns:a16="http://schemas.microsoft.com/office/drawing/2014/main" id="{B295C6AD-CFF3-15F2-CB0C-CF9F7AD9AA3B}"/>
              </a:ext>
            </a:extLst>
          </p:cNvPr>
          <p:cNvSpPr/>
          <p:nvPr/>
        </p:nvSpPr>
        <p:spPr>
          <a:xfrm>
            <a:off x="3501689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120" name="사각형: 둥근 모서리 4119">
            <a:extLst>
              <a:ext uri="{FF2B5EF4-FFF2-40B4-BE49-F238E27FC236}">
                <a16:creationId xmlns:a16="http://schemas.microsoft.com/office/drawing/2014/main" id="{C6EAAAFA-BC54-A17C-B038-F595C77EA0DE}"/>
              </a:ext>
            </a:extLst>
          </p:cNvPr>
          <p:cNvSpPr/>
          <p:nvPr/>
        </p:nvSpPr>
        <p:spPr>
          <a:xfrm>
            <a:off x="4004038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21" name="사각형: 둥근 모서리 4120">
            <a:extLst>
              <a:ext uri="{FF2B5EF4-FFF2-40B4-BE49-F238E27FC236}">
                <a16:creationId xmlns:a16="http://schemas.microsoft.com/office/drawing/2014/main" id="{4443A0CC-CC21-2533-112F-0ADF6F1FCE2D}"/>
              </a:ext>
            </a:extLst>
          </p:cNvPr>
          <p:cNvSpPr/>
          <p:nvPr/>
        </p:nvSpPr>
        <p:spPr>
          <a:xfrm>
            <a:off x="4506388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된장</a:t>
            </a:r>
          </a:p>
        </p:txBody>
      </p:sp>
      <p:sp>
        <p:nvSpPr>
          <p:cNvPr id="4122" name="사각형: 둥근 모서리 4121">
            <a:extLst>
              <a:ext uri="{FF2B5EF4-FFF2-40B4-BE49-F238E27FC236}">
                <a16:creationId xmlns:a16="http://schemas.microsoft.com/office/drawing/2014/main" id="{BCCEDF65-369D-F8D8-9FBF-24C45E13A34E}"/>
              </a:ext>
            </a:extLst>
          </p:cNvPr>
          <p:cNvSpPr/>
          <p:nvPr/>
        </p:nvSpPr>
        <p:spPr>
          <a:xfrm>
            <a:off x="5008737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3" name="사각형: 둥근 모서리 4122">
            <a:extLst>
              <a:ext uri="{FF2B5EF4-FFF2-40B4-BE49-F238E27FC236}">
                <a16:creationId xmlns:a16="http://schemas.microsoft.com/office/drawing/2014/main" id="{A80DB1E5-11BC-6C99-1B7E-51732D4A4758}"/>
              </a:ext>
            </a:extLst>
          </p:cNvPr>
          <p:cNvSpPr/>
          <p:nvPr/>
        </p:nvSpPr>
        <p:spPr>
          <a:xfrm>
            <a:off x="5511087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후춧가루</a:t>
            </a:r>
          </a:p>
        </p:txBody>
      </p:sp>
      <p:sp>
        <p:nvSpPr>
          <p:cNvPr id="4124" name="사각형: 둥근 모서리 4123">
            <a:extLst>
              <a:ext uri="{FF2B5EF4-FFF2-40B4-BE49-F238E27FC236}">
                <a16:creationId xmlns:a16="http://schemas.microsoft.com/office/drawing/2014/main" id="{E529DE50-2EE4-119A-4D3E-47CE565AD5B7}"/>
              </a:ext>
            </a:extLst>
          </p:cNvPr>
          <p:cNvSpPr/>
          <p:nvPr/>
        </p:nvSpPr>
        <p:spPr>
          <a:xfrm>
            <a:off x="6013436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25" name="TextBox 4124">
            <a:extLst>
              <a:ext uri="{FF2B5EF4-FFF2-40B4-BE49-F238E27FC236}">
                <a16:creationId xmlns:a16="http://schemas.microsoft.com/office/drawing/2014/main" id="{73A0FD8A-0E28-8629-450F-EC2191B34E61}"/>
              </a:ext>
            </a:extLst>
          </p:cNvPr>
          <p:cNvSpPr txBox="1"/>
          <p:nvPr/>
        </p:nvSpPr>
        <p:spPr>
          <a:xfrm>
            <a:off x="6504328" y="8538083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26" name="그림 4125">
            <a:extLst>
              <a:ext uri="{FF2B5EF4-FFF2-40B4-BE49-F238E27FC236}">
                <a16:creationId xmlns:a16="http://schemas.microsoft.com/office/drawing/2014/main" id="{0C4EAD87-4A18-53D4-0555-17F00AA067D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6669029" y="7973694"/>
            <a:ext cx="116844" cy="547211"/>
          </a:xfrm>
          <a:prstGeom prst="rect">
            <a:avLst/>
          </a:prstGeom>
        </p:spPr>
      </p:pic>
      <p:pic>
        <p:nvPicPr>
          <p:cNvPr id="4129" name="그림 4128">
            <a:extLst>
              <a:ext uri="{FF2B5EF4-FFF2-40B4-BE49-F238E27FC236}">
                <a16:creationId xmlns:a16="http://schemas.microsoft.com/office/drawing/2014/main" id="{8C8A8482-FB2E-7534-707E-6076B6B65E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76" y="5482131"/>
            <a:ext cx="826571" cy="795050"/>
          </a:xfrm>
          <a:prstGeom prst="rect">
            <a:avLst/>
          </a:prstGeom>
        </p:spPr>
      </p:pic>
      <p:pic>
        <p:nvPicPr>
          <p:cNvPr id="4132" name="그림 4131">
            <a:extLst>
              <a:ext uri="{FF2B5EF4-FFF2-40B4-BE49-F238E27FC236}">
                <a16:creationId xmlns:a16="http://schemas.microsoft.com/office/drawing/2014/main" id="{B0FC3E7B-C51B-B589-3AE9-15780AFDC2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198" y="7645102"/>
            <a:ext cx="847972" cy="807765"/>
          </a:xfrm>
          <a:prstGeom prst="rect">
            <a:avLst/>
          </a:prstGeom>
        </p:spPr>
      </p:pic>
      <p:sp>
        <p:nvSpPr>
          <p:cNvPr id="4135" name="사각형: 둥근 모서리 4134">
            <a:extLst>
              <a:ext uri="{FF2B5EF4-FFF2-40B4-BE49-F238E27FC236}">
                <a16:creationId xmlns:a16="http://schemas.microsoft.com/office/drawing/2014/main" id="{D6E98D3F-CB4A-5862-B631-3570C09BA48B}"/>
              </a:ext>
            </a:extLst>
          </p:cNvPr>
          <p:cNvSpPr/>
          <p:nvPr/>
        </p:nvSpPr>
        <p:spPr>
          <a:xfrm>
            <a:off x="5990182" y="1947858"/>
            <a:ext cx="695316" cy="204074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    필터</a:t>
            </a:r>
          </a:p>
        </p:txBody>
      </p:sp>
      <p:sp>
        <p:nvSpPr>
          <p:cNvPr id="4149" name="사각형: 둥근 모서리 4148">
            <a:extLst>
              <a:ext uri="{FF2B5EF4-FFF2-40B4-BE49-F238E27FC236}">
                <a16:creationId xmlns:a16="http://schemas.microsoft.com/office/drawing/2014/main" id="{969A54FF-9436-90D5-43A6-51CA2794CFA9}"/>
              </a:ext>
            </a:extLst>
          </p:cNvPr>
          <p:cNvSpPr/>
          <p:nvPr/>
        </p:nvSpPr>
        <p:spPr>
          <a:xfrm>
            <a:off x="3490981" y="887510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</a:t>
            </a:r>
          </a:p>
        </p:txBody>
      </p:sp>
      <p:sp>
        <p:nvSpPr>
          <p:cNvPr id="4150" name="사각형: 둥근 모서리 4149">
            <a:extLst>
              <a:ext uri="{FF2B5EF4-FFF2-40B4-BE49-F238E27FC236}">
                <a16:creationId xmlns:a16="http://schemas.microsoft.com/office/drawing/2014/main" id="{43A01655-E1E7-28E4-23EE-F6FA7FA33198}"/>
              </a:ext>
            </a:extLst>
          </p:cNvPr>
          <p:cNvSpPr/>
          <p:nvPr/>
        </p:nvSpPr>
        <p:spPr>
          <a:xfrm>
            <a:off x="4004038" y="887510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</a:t>
            </a:r>
          </a:p>
        </p:txBody>
      </p:sp>
      <p:sp>
        <p:nvSpPr>
          <p:cNvPr id="4151" name="사각형: 둥근 모서리 4150">
            <a:extLst>
              <a:ext uri="{FF2B5EF4-FFF2-40B4-BE49-F238E27FC236}">
                <a16:creationId xmlns:a16="http://schemas.microsoft.com/office/drawing/2014/main" id="{F99A49D1-90F0-1AAD-6CDE-106ED57A1CE0}"/>
              </a:ext>
            </a:extLst>
          </p:cNvPr>
          <p:cNvSpPr/>
          <p:nvPr/>
        </p:nvSpPr>
        <p:spPr>
          <a:xfrm>
            <a:off x="3501689" y="671723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152" name="사각형: 둥근 모서리 4151">
            <a:extLst>
              <a:ext uri="{FF2B5EF4-FFF2-40B4-BE49-F238E27FC236}">
                <a16:creationId xmlns:a16="http://schemas.microsoft.com/office/drawing/2014/main" id="{8408C701-B4BC-CA0E-D913-BD2C684C7660}"/>
              </a:ext>
            </a:extLst>
          </p:cNvPr>
          <p:cNvSpPr/>
          <p:nvPr/>
        </p:nvSpPr>
        <p:spPr>
          <a:xfrm>
            <a:off x="4500439" y="887510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매실액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65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5E4CEB2D-DA71-A05D-5B49-65B8F1474A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195160" y="7669880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6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61CE39B9-01A1-058F-3B52-FA1A66A121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03123" y="5503043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7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B5305200-BFC3-83E9-A157-F2F9CDB08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12301" y="3323842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50832E5-E52A-04CD-F333-82A25A59AF31}"/>
              </a:ext>
            </a:extLst>
          </p:cNvPr>
          <p:cNvSpPr/>
          <p:nvPr/>
        </p:nvSpPr>
        <p:spPr>
          <a:xfrm>
            <a:off x="1443258" y="481739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965FC0E-B66B-1027-6EB6-8C73E697FB59}"/>
              </a:ext>
            </a:extLst>
          </p:cNvPr>
          <p:cNvSpPr/>
          <p:nvPr/>
        </p:nvSpPr>
        <p:spPr>
          <a:xfrm>
            <a:off x="2496990" y="484056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0E4743-B5A4-57B9-6FAD-4B5E9BD9CDFE}"/>
              </a:ext>
            </a:extLst>
          </p:cNvPr>
          <p:cNvSpPr/>
          <p:nvPr/>
        </p:nvSpPr>
        <p:spPr>
          <a:xfrm>
            <a:off x="1443258" y="701441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0DEC242-A2E0-A492-6AEB-2DF508DC1FE9}"/>
              </a:ext>
            </a:extLst>
          </p:cNvPr>
          <p:cNvSpPr/>
          <p:nvPr/>
        </p:nvSpPr>
        <p:spPr>
          <a:xfrm>
            <a:off x="2496990" y="7037583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480403-8B95-0017-DB6B-8BA120F0E551}"/>
              </a:ext>
            </a:extLst>
          </p:cNvPr>
          <p:cNvSpPr/>
          <p:nvPr/>
        </p:nvSpPr>
        <p:spPr>
          <a:xfrm>
            <a:off x="3332030" y="704146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6AF6A81-79A6-4A77-22D0-18A12FB68F9A}"/>
              </a:ext>
            </a:extLst>
          </p:cNvPr>
          <p:cNvSpPr/>
          <p:nvPr/>
        </p:nvSpPr>
        <p:spPr>
          <a:xfrm>
            <a:off x="4206043" y="704511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58A6FA-6FC5-6D95-ABD4-89505655FA8D}"/>
              </a:ext>
            </a:extLst>
          </p:cNvPr>
          <p:cNvSpPr/>
          <p:nvPr/>
        </p:nvSpPr>
        <p:spPr>
          <a:xfrm>
            <a:off x="1443258" y="917257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8BE9CC6-71EE-73B1-2F19-ACDCA7D98DB4}"/>
              </a:ext>
            </a:extLst>
          </p:cNvPr>
          <p:cNvSpPr/>
          <p:nvPr/>
        </p:nvSpPr>
        <p:spPr>
          <a:xfrm>
            <a:off x="2496990" y="919574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0B4D83-24C7-72A6-80D9-11B239920F4E}"/>
              </a:ext>
            </a:extLst>
          </p:cNvPr>
          <p:cNvSpPr/>
          <p:nvPr/>
        </p:nvSpPr>
        <p:spPr>
          <a:xfrm>
            <a:off x="3332030" y="9199624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쪽파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 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874F8FE-5C2C-6A78-E801-EBBDBC157887}"/>
              </a:ext>
            </a:extLst>
          </p:cNvPr>
          <p:cNvSpPr/>
          <p:nvPr/>
        </p:nvSpPr>
        <p:spPr>
          <a:xfrm>
            <a:off x="4206043" y="9203273"/>
            <a:ext cx="933468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미원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315EBEC-05E1-12AB-2526-C5960BB10168}"/>
              </a:ext>
            </a:extLst>
          </p:cNvPr>
          <p:cNvSpPr/>
          <p:nvPr/>
        </p:nvSpPr>
        <p:spPr>
          <a:xfrm>
            <a:off x="5169949" y="9199274"/>
            <a:ext cx="1499080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다시다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멸치액젓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52" name="Picture 4" descr="확인하다 - 무료 ui개 아이콘">
            <a:extLst>
              <a:ext uri="{FF2B5EF4-FFF2-40B4-BE49-F238E27FC236}">
                <a16:creationId xmlns:a16="http://schemas.microsoft.com/office/drawing/2014/main" id="{6BF94588-173E-1907-E713-0BA15A3DD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40" y="765349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4" descr="확인하다 - 무료 ui개 아이콘">
            <a:extLst>
              <a:ext uri="{FF2B5EF4-FFF2-40B4-BE49-F238E27FC236}">
                <a16:creationId xmlns:a16="http://schemas.microsoft.com/office/drawing/2014/main" id="{0F59B3D4-3B8E-561C-D7FB-6CD0E7D8F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846" y="547081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확인하다 - 무료 ui개 아이콘">
            <a:extLst>
              <a:ext uri="{FF2B5EF4-FFF2-40B4-BE49-F238E27FC236}">
                <a16:creationId xmlns:a16="http://schemas.microsoft.com/office/drawing/2014/main" id="{D474BCC7-2A33-50F9-D95A-9D9F206C3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63" y="3298972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5F8F9A6-D3C6-816C-2DEA-638D4DB5A5A0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849E4DBC-60F1-AF5A-F98B-1C294F0839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C4563E4-665C-7011-A5BB-8E41D4E027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970B552-E8F6-4A73-B056-D2B0359B8E34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532D53-FFDC-26D4-A038-6B9C8C2120EB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4127" name="TextBox 4126">
            <a:extLst>
              <a:ext uri="{FF2B5EF4-FFF2-40B4-BE49-F238E27FC236}">
                <a16:creationId xmlns:a16="http://schemas.microsoft.com/office/drawing/2014/main" id="{FDD7498F-0BEE-8212-A918-98EAD85FC100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4128" name="TextBox 4127">
            <a:extLst>
              <a:ext uri="{FF2B5EF4-FFF2-40B4-BE49-F238E27FC236}">
                <a16:creationId xmlns:a16="http://schemas.microsoft.com/office/drawing/2014/main" id="{5C1E7130-5E63-146D-4054-0BCAD44BD805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4140" name="그림 4139">
            <a:extLst>
              <a:ext uri="{FF2B5EF4-FFF2-40B4-BE49-F238E27FC236}">
                <a16:creationId xmlns:a16="http://schemas.microsoft.com/office/drawing/2014/main" id="{6B485D32-A37E-273A-7E47-D4BA45C63D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599" y="14667662"/>
            <a:ext cx="536551" cy="334623"/>
          </a:xfrm>
          <a:prstGeom prst="rect">
            <a:avLst/>
          </a:prstGeom>
        </p:spPr>
      </p:pic>
      <p:pic>
        <p:nvPicPr>
          <p:cNvPr id="4144" name="그림 4143">
            <a:extLst>
              <a:ext uri="{FF2B5EF4-FFF2-40B4-BE49-F238E27FC236}">
                <a16:creationId xmlns:a16="http://schemas.microsoft.com/office/drawing/2014/main" id="{BD701CCF-196E-7A11-0093-5AF96E8424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61" y="14567438"/>
            <a:ext cx="299565" cy="528732"/>
          </a:xfrm>
          <a:prstGeom prst="rect">
            <a:avLst/>
          </a:prstGeom>
        </p:spPr>
      </p:pic>
      <p:pic>
        <p:nvPicPr>
          <p:cNvPr id="4154" name="그림 4153">
            <a:extLst>
              <a:ext uri="{FF2B5EF4-FFF2-40B4-BE49-F238E27FC236}">
                <a16:creationId xmlns:a16="http://schemas.microsoft.com/office/drawing/2014/main" id="{4B1CB134-C679-B109-9BB9-4D68566FE94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4155" name="그림 4154">
            <a:extLst>
              <a:ext uri="{FF2B5EF4-FFF2-40B4-BE49-F238E27FC236}">
                <a16:creationId xmlns:a16="http://schemas.microsoft.com/office/drawing/2014/main" id="{ED4CB28E-7925-11E2-E34F-FAC8A88056D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4156" name="TextBox 4155">
            <a:extLst>
              <a:ext uri="{FF2B5EF4-FFF2-40B4-BE49-F238E27FC236}">
                <a16:creationId xmlns:a16="http://schemas.microsoft.com/office/drawing/2014/main" id="{793E144E-935F-589F-6F66-E10CEBAA2DF8}"/>
              </a:ext>
            </a:extLst>
          </p:cNvPr>
          <p:cNvSpPr txBox="1"/>
          <p:nvPr/>
        </p:nvSpPr>
        <p:spPr>
          <a:xfrm>
            <a:off x="850034" y="1494365"/>
            <a:ext cx="547576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사용자 닉네임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님의 재료 기반 레시피 추천</a:t>
            </a:r>
          </a:p>
        </p:txBody>
      </p:sp>
      <p:sp>
        <p:nvSpPr>
          <p:cNvPr id="4175" name="사각형: 둥근 모서리 4174">
            <a:extLst>
              <a:ext uri="{FF2B5EF4-FFF2-40B4-BE49-F238E27FC236}">
                <a16:creationId xmlns:a16="http://schemas.microsoft.com/office/drawing/2014/main" id="{947D7BEA-E8F8-A2F1-E20B-38BE169F50CA}"/>
              </a:ext>
            </a:extLst>
          </p:cNvPr>
          <p:cNvSpPr/>
          <p:nvPr/>
        </p:nvSpPr>
        <p:spPr>
          <a:xfrm>
            <a:off x="4373073" y="1935953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댓글순 ∨</a:t>
            </a:r>
          </a:p>
        </p:txBody>
      </p:sp>
      <p:sp>
        <p:nvSpPr>
          <p:cNvPr id="4176" name="사각형: 둥근 모서리 4175">
            <a:extLst>
              <a:ext uri="{FF2B5EF4-FFF2-40B4-BE49-F238E27FC236}">
                <a16:creationId xmlns:a16="http://schemas.microsoft.com/office/drawing/2014/main" id="{D44B9D04-982F-5192-9057-72271ECF38C1}"/>
              </a:ext>
            </a:extLst>
          </p:cNvPr>
          <p:cNvSpPr/>
          <p:nvPr/>
        </p:nvSpPr>
        <p:spPr>
          <a:xfrm>
            <a:off x="5099020" y="1935953"/>
            <a:ext cx="608440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최신순 ∨</a:t>
            </a:r>
          </a:p>
        </p:txBody>
      </p:sp>
      <p:sp>
        <p:nvSpPr>
          <p:cNvPr id="4177" name="사각형: 둥근 모서리 4176">
            <a:extLst>
              <a:ext uri="{FF2B5EF4-FFF2-40B4-BE49-F238E27FC236}">
                <a16:creationId xmlns:a16="http://schemas.microsoft.com/office/drawing/2014/main" id="{AC8BD164-241F-5255-597D-3D547E05EC7E}"/>
              </a:ext>
            </a:extLst>
          </p:cNvPr>
          <p:cNvSpPr/>
          <p:nvPr/>
        </p:nvSpPr>
        <p:spPr>
          <a:xfrm>
            <a:off x="3647127" y="1935953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좋아요순</a:t>
            </a:r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sp>
        <p:nvSpPr>
          <p:cNvPr id="4178" name="사각형: 둥근 모서리 4177">
            <a:extLst>
              <a:ext uri="{FF2B5EF4-FFF2-40B4-BE49-F238E27FC236}">
                <a16:creationId xmlns:a16="http://schemas.microsoft.com/office/drawing/2014/main" id="{9DFF174B-3EE2-1CF6-B1ED-E436451871EF}"/>
              </a:ext>
            </a:extLst>
          </p:cNvPr>
          <p:cNvSpPr/>
          <p:nvPr/>
        </p:nvSpPr>
        <p:spPr>
          <a:xfrm>
            <a:off x="1681022" y="1935953"/>
            <a:ext cx="874479" cy="204073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재료매칭률순</a:t>
            </a:r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sp>
        <p:nvSpPr>
          <p:cNvPr id="4179" name="사각형: 둥근 모서리 4178">
            <a:extLst>
              <a:ext uri="{FF2B5EF4-FFF2-40B4-BE49-F238E27FC236}">
                <a16:creationId xmlns:a16="http://schemas.microsoft.com/office/drawing/2014/main" id="{52D92BDD-A056-8498-9082-CD173D5036D4}"/>
              </a:ext>
            </a:extLst>
          </p:cNvPr>
          <p:cNvSpPr/>
          <p:nvPr/>
        </p:nvSpPr>
        <p:spPr>
          <a:xfrm>
            <a:off x="2590698" y="1934854"/>
            <a:ext cx="1021232" cy="2040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 </a:t>
            </a:r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임박순</a:t>
            </a:r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pic>
        <p:nvPicPr>
          <p:cNvPr id="3074" name="Picture 2" descr="필터 - 무료 편집 도구개 아이콘">
            <a:extLst>
              <a:ext uri="{FF2B5EF4-FFF2-40B4-BE49-F238E27FC236}">
                <a16:creationId xmlns:a16="http://schemas.microsoft.com/office/drawing/2014/main" id="{C01C2D07-AC4D-2CC5-14E1-B9F8D3265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499" y="2005632"/>
            <a:ext cx="90829" cy="97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80" name="사각형: 둥근 모서리 4179">
            <a:extLst>
              <a:ext uri="{FF2B5EF4-FFF2-40B4-BE49-F238E27FC236}">
                <a16:creationId xmlns:a16="http://schemas.microsoft.com/office/drawing/2014/main" id="{5F9D5C73-257C-A461-5527-A2E27C5F25D9}"/>
              </a:ext>
            </a:extLst>
          </p:cNvPr>
          <p:cNvSpPr/>
          <p:nvPr/>
        </p:nvSpPr>
        <p:spPr>
          <a:xfrm>
            <a:off x="270555" y="9623386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81" name="TextBox 4180">
            <a:extLst>
              <a:ext uri="{FF2B5EF4-FFF2-40B4-BE49-F238E27FC236}">
                <a16:creationId xmlns:a16="http://schemas.microsoft.com/office/drawing/2014/main" id="{48ACB73E-9171-A1E5-1762-29D4C6369AA5}"/>
              </a:ext>
            </a:extLst>
          </p:cNvPr>
          <p:cNvSpPr txBox="1"/>
          <p:nvPr/>
        </p:nvSpPr>
        <p:spPr>
          <a:xfrm>
            <a:off x="1431227" y="9737728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82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238BDEE7-8353-E15D-0931-07E4E7EE0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44078" y="9805927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83" name="사각형: 둥근 모서리 4182">
            <a:extLst>
              <a:ext uri="{FF2B5EF4-FFF2-40B4-BE49-F238E27FC236}">
                <a16:creationId xmlns:a16="http://schemas.microsoft.com/office/drawing/2014/main" id="{6DE30004-63A4-83C0-A740-114CA93A9E3D}"/>
              </a:ext>
            </a:extLst>
          </p:cNvPr>
          <p:cNvSpPr/>
          <p:nvPr/>
        </p:nvSpPr>
        <p:spPr>
          <a:xfrm>
            <a:off x="437921" y="10711594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4" name="TextBox 4183">
            <a:extLst>
              <a:ext uri="{FF2B5EF4-FFF2-40B4-BE49-F238E27FC236}">
                <a16:creationId xmlns:a16="http://schemas.microsoft.com/office/drawing/2014/main" id="{DD3501B5-5422-DE2F-F98B-B3DBA00B64EF}"/>
              </a:ext>
            </a:extLst>
          </p:cNvPr>
          <p:cNvSpPr txBox="1"/>
          <p:nvPr/>
        </p:nvSpPr>
        <p:spPr>
          <a:xfrm>
            <a:off x="5925982" y="9737728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4185" name="TextBox 4184">
            <a:extLst>
              <a:ext uri="{FF2B5EF4-FFF2-40B4-BE49-F238E27FC236}">
                <a16:creationId xmlns:a16="http://schemas.microsoft.com/office/drawing/2014/main" id="{C32AA324-39CC-DE3E-8BF6-FF6F0E40BBEA}"/>
              </a:ext>
            </a:extLst>
          </p:cNvPr>
          <p:cNvSpPr txBox="1"/>
          <p:nvPr/>
        </p:nvSpPr>
        <p:spPr>
          <a:xfrm>
            <a:off x="1413129" y="10082126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 메뉴이기 때문에 앞다리살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삼겹살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뒷다리살 등 구입을 해오면 볶아먹게 되는 것 같습니다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…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86" name="사각형: 둥근 모서리 4185">
            <a:extLst>
              <a:ext uri="{FF2B5EF4-FFF2-40B4-BE49-F238E27FC236}">
                <a16:creationId xmlns:a16="http://schemas.microsoft.com/office/drawing/2014/main" id="{C93F9D69-5541-6AF2-AC12-6F0BF0A831FF}"/>
              </a:ext>
            </a:extLst>
          </p:cNvPr>
          <p:cNvSpPr/>
          <p:nvPr/>
        </p:nvSpPr>
        <p:spPr>
          <a:xfrm>
            <a:off x="1450460" y="1070753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87" name="사각형: 둥근 모서리 4186">
            <a:extLst>
              <a:ext uri="{FF2B5EF4-FFF2-40B4-BE49-F238E27FC236}">
                <a16:creationId xmlns:a16="http://schemas.microsoft.com/office/drawing/2014/main" id="{C7A4EAC8-A23F-B2B4-FA1D-CB8A91F79770}"/>
              </a:ext>
            </a:extLst>
          </p:cNvPr>
          <p:cNvSpPr/>
          <p:nvPr/>
        </p:nvSpPr>
        <p:spPr>
          <a:xfrm>
            <a:off x="1450460" y="1100354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88" name="사각형: 둥근 모서리 4187">
            <a:extLst>
              <a:ext uri="{FF2B5EF4-FFF2-40B4-BE49-F238E27FC236}">
                <a16:creationId xmlns:a16="http://schemas.microsoft.com/office/drawing/2014/main" id="{B0C32CFE-DF99-B6F1-6F5C-270B1336DFA6}"/>
              </a:ext>
            </a:extLst>
          </p:cNvPr>
          <p:cNvSpPr/>
          <p:nvPr/>
        </p:nvSpPr>
        <p:spPr>
          <a:xfrm>
            <a:off x="2504192" y="1100071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9" name="사각형: 둥근 모서리 4188">
            <a:extLst>
              <a:ext uri="{FF2B5EF4-FFF2-40B4-BE49-F238E27FC236}">
                <a16:creationId xmlns:a16="http://schemas.microsoft.com/office/drawing/2014/main" id="{69F7D804-C47C-5849-7F71-386D7E3085DC}"/>
              </a:ext>
            </a:extLst>
          </p:cNvPr>
          <p:cNvSpPr/>
          <p:nvPr/>
        </p:nvSpPr>
        <p:spPr>
          <a:xfrm>
            <a:off x="2999231" y="1100071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sp>
        <p:nvSpPr>
          <p:cNvPr id="4190" name="사각형: 둥근 모서리 4189">
            <a:extLst>
              <a:ext uri="{FF2B5EF4-FFF2-40B4-BE49-F238E27FC236}">
                <a16:creationId xmlns:a16="http://schemas.microsoft.com/office/drawing/2014/main" id="{943CE3F3-F297-0652-2A38-7C0DEA1757FF}"/>
              </a:ext>
            </a:extLst>
          </p:cNvPr>
          <p:cNvSpPr/>
          <p:nvPr/>
        </p:nvSpPr>
        <p:spPr>
          <a:xfrm>
            <a:off x="2504192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삽겹살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91" name="사각형: 둥근 모서리 4190">
            <a:extLst>
              <a:ext uri="{FF2B5EF4-FFF2-40B4-BE49-F238E27FC236}">
                <a16:creationId xmlns:a16="http://schemas.microsoft.com/office/drawing/2014/main" id="{C2F26972-41DD-A45E-0D0E-27DF6C6AAD67}"/>
              </a:ext>
            </a:extLst>
          </p:cNvPr>
          <p:cNvSpPr/>
          <p:nvPr/>
        </p:nvSpPr>
        <p:spPr>
          <a:xfrm>
            <a:off x="3006541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4192" name="사각형: 둥근 모서리 4191">
            <a:extLst>
              <a:ext uri="{FF2B5EF4-FFF2-40B4-BE49-F238E27FC236}">
                <a16:creationId xmlns:a16="http://schemas.microsoft.com/office/drawing/2014/main" id="{A51D974E-5786-9604-71FD-28E855118EE0}"/>
              </a:ext>
            </a:extLst>
          </p:cNvPr>
          <p:cNvSpPr/>
          <p:nvPr/>
        </p:nvSpPr>
        <p:spPr>
          <a:xfrm>
            <a:off x="3508891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4193" name="사각형: 둥근 모서리 4192">
            <a:extLst>
              <a:ext uri="{FF2B5EF4-FFF2-40B4-BE49-F238E27FC236}">
                <a16:creationId xmlns:a16="http://schemas.microsoft.com/office/drawing/2014/main" id="{FDCD7EC6-8C26-C7C2-C038-D7BEA21959C7}"/>
              </a:ext>
            </a:extLst>
          </p:cNvPr>
          <p:cNvSpPr/>
          <p:nvPr/>
        </p:nvSpPr>
        <p:spPr>
          <a:xfrm>
            <a:off x="4011240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194" name="사각형: 둥근 모서리 4193">
            <a:extLst>
              <a:ext uri="{FF2B5EF4-FFF2-40B4-BE49-F238E27FC236}">
                <a16:creationId xmlns:a16="http://schemas.microsoft.com/office/drawing/2014/main" id="{9B8F0746-DDF5-D07D-CC0E-E9D539D7C5F5}"/>
              </a:ext>
            </a:extLst>
          </p:cNvPr>
          <p:cNvSpPr/>
          <p:nvPr/>
        </p:nvSpPr>
        <p:spPr>
          <a:xfrm>
            <a:off x="4513590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</a:t>
            </a:r>
          </a:p>
        </p:txBody>
      </p:sp>
      <p:sp>
        <p:nvSpPr>
          <p:cNvPr id="4195" name="사각형: 둥근 모서리 4194">
            <a:extLst>
              <a:ext uri="{FF2B5EF4-FFF2-40B4-BE49-F238E27FC236}">
                <a16:creationId xmlns:a16="http://schemas.microsoft.com/office/drawing/2014/main" id="{6FAB4748-98D6-D490-0667-F7F4376E9ED7}"/>
              </a:ext>
            </a:extLst>
          </p:cNvPr>
          <p:cNvSpPr/>
          <p:nvPr/>
        </p:nvSpPr>
        <p:spPr>
          <a:xfrm>
            <a:off x="5015939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96" name="사각형: 둥근 모서리 4195">
            <a:extLst>
              <a:ext uri="{FF2B5EF4-FFF2-40B4-BE49-F238E27FC236}">
                <a16:creationId xmlns:a16="http://schemas.microsoft.com/office/drawing/2014/main" id="{5DE97884-7182-B558-CB43-AFFAF40B4085}"/>
              </a:ext>
            </a:extLst>
          </p:cNvPr>
          <p:cNvSpPr/>
          <p:nvPr/>
        </p:nvSpPr>
        <p:spPr>
          <a:xfrm>
            <a:off x="5518289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97" name="사각형: 둥근 모서리 4196">
            <a:extLst>
              <a:ext uri="{FF2B5EF4-FFF2-40B4-BE49-F238E27FC236}">
                <a16:creationId xmlns:a16="http://schemas.microsoft.com/office/drawing/2014/main" id="{E26A2AAE-626E-8A95-B838-55E0C3F8544E}"/>
              </a:ext>
            </a:extLst>
          </p:cNvPr>
          <p:cNvSpPr/>
          <p:nvPr/>
        </p:nvSpPr>
        <p:spPr>
          <a:xfrm>
            <a:off x="6020638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 </a:t>
            </a:r>
          </a:p>
        </p:txBody>
      </p:sp>
      <p:sp>
        <p:nvSpPr>
          <p:cNvPr id="4198" name="TextBox 4197">
            <a:extLst>
              <a:ext uri="{FF2B5EF4-FFF2-40B4-BE49-F238E27FC236}">
                <a16:creationId xmlns:a16="http://schemas.microsoft.com/office/drawing/2014/main" id="{B0FDDCF8-EE4D-8FC4-B77F-148A5C381056}"/>
              </a:ext>
            </a:extLst>
          </p:cNvPr>
          <p:cNvSpPr txBox="1"/>
          <p:nvPr/>
        </p:nvSpPr>
        <p:spPr>
          <a:xfrm>
            <a:off x="6511530" y="10663692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99" name="그림 4198">
            <a:extLst>
              <a:ext uri="{FF2B5EF4-FFF2-40B4-BE49-F238E27FC236}">
                <a16:creationId xmlns:a16="http://schemas.microsoft.com/office/drawing/2014/main" id="{BD1F8A60-E296-0119-65C1-AB979218758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6676231" y="10099303"/>
            <a:ext cx="116844" cy="547211"/>
          </a:xfrm>
          <a:prstGeom prst="rect">
            <a:avLst/>
          </a:prstGeom>
        </p:spPr>
      </p:pic>
      <p:sp>
        <p:nvSpPr>
          <p:cNvPr id="4200" name="사각형: 둥근 모서리 4199">
            <a:extLst>
              <a:ext uri="{FF2B5EF4-FFF2-40B4-BE49-F238E27FC236}">
                <a16:creationId xmlns:a16="http://schemas.microsoft.com/office/drawing/2014/main" id="{487869EC-4B9B-CC65-F69B-4926D3ACE2A2}"/>
              </a:ext>
            </a:extLst>
          </p:cNvPr>
          <p:cNvSpPr/>
          <p:nvPr/>
        </p:nvSpPr>
        <p:spPr>
          <a:xfrm>
            <a:off x="270555" y="12198273"/>
            <a:ext cx="6707827" cy="1992490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201" name="TextBox 4200">
            <a:extLst>
              <a:ext uri="{FF2B5EF4-FFF2-40B4-BE49-F238E27FC236}">
                <a16:creationId xmlns:a16="http://schemas.microsoft.com/office/drawing/2014/main" id="{BAA149AF-5190-C5EB-EC79-9E03EA200B14}"/>
              </a:ext>
            </a:extLst>
          </p:cNvPr>
          <p:cNvSpPr txBox="1"/>
          <p:nvPr/>
        </p:nvSpPr>
        <p:spPr>
          <a:xfrm>
            <a:off x="1431227" y="11898429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오삼불고기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술안주로 좋지요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~~</a:t>
            </a:r>
          </a:p>
        </p:txBody>
      </p:sp>
      <p:pic>
        <p:nvPicPr>
          <p:cNvPr id="4202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EC78F4C4-57DA-A37A-FC50-ED4A9844D8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44078" y="11966628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03" name="사각형: 둥근 모서리 4202">
            <a:extLst>
              <a:ext uri="{FF2B5EF4-FFF2-40B4-BE49-F238E27FC236}">
                <a16:creationId xmlns:a16="http://schemas.microsoft.com/office/drawing/2014/main" id="{5CA7CCB9-8981-DDA3-A0A1-7F04BA4D5F70}"/>
              </a:ext>
            </a:extLst>
          </p:cNvPr>
          <p:cNvSpPr/>
          <p:nvPr/>
        </p:nvSpPr>
        <p:spPr>
          <a:xfrm>
            <a:off x="437921" y="12872296"/>
            <a:ext cx="871892" cy="80776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04" name="TextBox 4203">
            <a:extLst>
              <a:ext uri="{FF2B5EF4-FFF2-40B4-BE49-F238E27FC236}">
                <a16:creationId xmlns:a16="http://schemas.microsoft.com/office/drawing/2014/main" id="{98D4D8C3-CA17-318D-1DB8-6688D5F82CC2}"/>
              </a:ext>
            </a:extLst>
          </p:cNvPr>
          <p:cNvSpPr txBox="1"/>
          <p:nvPr/>
        </p:nvSpPr>
        <p:spPr>
          <a:xfrm>
            <a:off x="5925982" y="11898429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껌딱지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25-04-06</a:t>
            </a:r>
          </a:p>
        </p:txBody>
      </p:sp>
      <p:sp>
        <p:nvSpPr>
          <p:cNvPr id="4205" name="TextBox 4204">
            <a:extLst>
              <a:ext uri="{FF2B5EF4-FFF2-40B4-BE49-F238E27FC236}">
                <a16:creationId xmlns:a16="http://schemas.microsoft.com/office/drawing/2014/main" id="{B1BA9455-0FE3-2B73-610C-B496BCBDDD59}"/>
              </a:ext>
            </a:extLst>
          </p:cNvPr>
          <p:cNvSpPr txBox="1"/>
          <p:nvPr/>
        </p:nvSpPr>
        <p:spPr>
          <a:xfrm>
            <a:off x="1413129" y="12242827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언제 먹어도 맛있죠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누구나 다 좋아하죠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볶음도 맛있고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제육볶음도 맛있고 고민될 땐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오삼불고기죠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^^.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밥한그릇 뚝딱하게 만드는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애정하는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메뉴입니다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먼저 통오징어를 먼저 손질해 줍니다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몸통안으로 손가락을 넣어 오징어 몸통과 내장이 연결되어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206" name="사각형: 둥근 모서리 4205">
            <a:extLst>
              <a:ext uri="{FF2B5EF4-FFF2-40B4-BE49-F238E27FC236}">
                <a16:creationId xmlns:a16="http://schemas.microsoft.com/office/drawing/2014/main" id="{682BE9DB-C6F6-1871-1A51-023473339F05}"/>
              </a:ext>
            </a:extLst>
          </p:cNvPr>
          <p:cNvSpPr/>
          <p:nvPr/>
        </p:nvSpPr>
        <p:spPr>
          <a:xfrm>
            <a:off x="1450460" y="1286823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207" name="사각형: 둥근 모서리 4206">
            <a:extLst>
              <a:ext uri="{FF2B5EF4-FFF2-40B4-BE49-F238E27FC236}">
                <a16:creationId xmlns:a16="http://schemas.microsoft.com/office/drawing/2014/main" id="{CF7D0C92-C54D-3F93-CAFC-E52B262AE604}"/>
              </a:ext>
            </a:extLst>
          </p:cNvPr>
          <p:cNvSpPr/>
          <p:nvPr/>
        </p:nvSpPr>
        <p:spPr>
          <a:xfrm>
            <a:off x="1450460" y="1316424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208" name="사각형: 둥근 모서리 4207">
            <a:extLst>
              <a:ext uri="{FF2B5EF4-FFF2-40B4-BE49-F238E27FC236}">
                <a16:creationId xmlns:a16="http://schemas.microsoft.com/office/drawing/2014/main" id="{5BFCC1BE-8123-FB69-A772-AC125C8465DB}"/>
              </a:ext>
            </a:extLst>
          </p:cNvPr>
          <p:cNvSpPr/>
          <p:nvPr/>
        </p:nvSpPr>
        <p:spPr>
          <a:xfrm>
            <a:off x="2504192" y="131614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09" name="사각형: 둥근 모서리 4208">
            <a:extLst>
              <a:ext uri="{FF2B5EF4-FFF2-40B4-BE49-F238E27FC236}">
                <a16:creationId xmlns:a16="http://schemas.microsoft.com/office/drawing/2014/main" id="{73625402-A56D-364A-01BB-37E2D27F8DE8}"/>
              </a:ext>
            </a:extLst>
          </p:cNvPr>
          <p:cNvSpPr/>
          <p:nvPr/>
        </p:nvSpPr>
        <p:spPr>
          <a:xfrm>
            <a:off x="2999231" y="131614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</a:t>
            </a:r>
          </a:p>
        </p:txBody>
      </p:sp>
      <p:sp>
        <p:nvSpPr>
          <p:cNvPr id="4210" name="사각형: 둥근 모서리 4209">
            <a:extLst>
              <a:ext uri="{FF2B5EF4-FFF2-40B4-BE49-F238E27FC236}">
                <a16:creationId xmlns:a16="http://schemas.microsoft.com/office/drawing/2014/main" id="{EE0A0185-6D99-930B-DF5C-26F922757586}"/>
              </a:ext>
            </a:extLst>
          </p:cNvPr>
          <p:cNvSpPr/>
          <p:nvPr/>
        </p:nvSpPr>
        <p:spPr>
          <a:xfrm>
            <a:off x="2504192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211" name="사각형: 둥근 모서리 4210">
            <a:extLst>
              <a:ext uri="{FF2B5EF4-FFF2-40B4-BE49-F238E27FC236}">
                <a16:creationId xmlns:a16="http://schemas.microsoft.com/office/drawing/2014/main" id="{5E43D36F-754E-7A89-B20B-EF3A62C64DE2}"/>
              </a:ext>
            </a:extLst>
          </p:cNvPr>
          <p:cNvSpPr/>
          <p:nvPr/>
        </p:nvSpPr>
        <p:spPr>
          <a:xfrm>
            <a:off x="3006541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고추장 </a:t>
            </a:r>
          </a:p>
        </p:txBody>
      </p:sp>
      <p:sp>
        <p:nvSpPr>
          <p:cNvPr id="4212" name="사각형: 둥근 모서리 4211">
            <a:extLst>
              <a:ext uri="{FF2B5EF4-FFF2-40B4-BE49-F238E27FC236}">
                <a16:creationId xmlns:a16="http://schemas.microsoft.com/office/drawing/2014/main" id="{DB8269AF-620C-2FBD-049A-08673ECFF727}"/>
              </a:ext>
            </a:extLst>
          </p:cNvPr>
          <p:cNvSpPr/>
          <p:nvPr/>
        </p:nvSpPr>
        <p:spPr>
          <a:xfrm>
            <a:off x="3508891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213" name="사각형: 둥근 모서리 4212">
            <a:extLst>
              <a:ext uri="{FF2B5EF4-FFF2-40B4-BE49-F238E27FC236}">
                <a16:creationId xmlns:a16="http://schemas.microsoft.com/office/drawing/2014/main" id="{C0A29AC0-1D5A-C579-A256-9DD04D4E45B5}"/>
              </a:ext>
            </a:extLst>
          </p:cNvPr>
          <p:cNvSpPr/>
          <p:nvPr/>
        </p:nvSpPr>
        <p:spPr>
          <a:xfrm>
            <a:off x="4011240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214" name="사각형: 둥근 모서리 4213">
            <a:extLst>
              <a:ext uri="{FF2B5EF4-FFF2-40B4-BE49-F238E27FC236}">
                <a16:creationId xmlns:a16="http://schemas.microsoft.com/office/drawing/2014/main" id="{F65CD183-F104-ADA4-362D-C4E16E6AF203}"/>
              </a:ext>
            </a:extLst>
          </p:cNvPr>
          <p:cNvSpPr/>
          <p:nvPr/>
        </p:nvSpPr>
        <p:spPr>
          <a:xfrm>
            <a:off x="4513590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된장</a:t>
            </a:r>
          </a:p>
        </p:txBody>
      </p:sp>
      <p:sp>
        <p:nvSpPr>
          <p:cNvPr id="4215" name="사각형: 둥근 모서리 4214">
            <a:extLst>
              <a:ext uri="{FF2B5EF4-FFF2-40B4-BE49-F238E27FC236}">
                <a16:creationId xmlns:a16="http://schemas.microsoft.com/office/drawing/2014/main" id="{3C6E9662-5980-8DFC-EFAD-BF0356AFA6EF}"/>
              </a:ext>
            </a:extLst>
          </p:cNvPr>
          <p:cNvSpPr/>
          <p:nvPr/>
        </p:nvSpPr>
        <p:spPr>
          <a:xfrm>
            <a:off x="5015939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16" name="사각형: 둥근 모서리 4215">
            <a:extLst>
              <a:ext uri="{FF2B5EF4-FFF2-40B4-BE49-F238E27FC236}">
                <a16:creationId xmlns:a16="http://schemas.microsoft.com/office/drawing/2014/main" id="{CB431670-133F-55B7-D4F1-9148E0877D48}"/>
              </a:ext>
            </a:extLst>
          </p:cNvPr>
          <p:cNvSpPr/>
          <p:nvPr/>
        </p:nvSpPr>
        <p:spPr>
          <a:xfrm>
            <a:off x="5518289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후춧가루</a:t>
            </a:r>
          </a:p>
        </p:txBody>
      </p:sp>
      <p:sp>
        <p:nvSpPr>
          <p:cNvPr id="4217" name="사각형: 둥근 모서리 4216">
            <a:extLst>
              <a:ext uri="{FF2B5EF4-FFF2-40B4-BE49-F238E27FC236}">
                <a16:creationId xmlns:a16="http://schemas.microsoft.com/office/drawing/2014/main" id="{2837988C-B4AB-36B2-8BE1-9E01FD532987}"/>
              </a:ext>
            </a:extLst>
          </p:cNvPr>
          <p:cNvSpPr/>
          <p:nvPr/>
        </p:nvSpPr>
        <p:spPr>
          <a:xfrm>
            <a:off x="6020638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218" name="TextBox 4217">
            <a:extLst>
              <a:ext uri="{FF2B5EF4-FFF2-40B4-BE49-F238E27FC236}">
                <a16:creationId xmlns:a16="http://schemas.microsoft.com/office/drawing/2014/main" id="{B76AA3FC-6494-543A-D80D-F4D4406CA09E}"/>
              </a:ext>
            </a:extLst>
          </p:cNvPr>
          <p:cNvSpPr txBox="1"/>
          <p:nvPr/>
        </p:nvSpPr>
        <p:spPr>
          <a:xfrm>
            <a:off x="6511530" y="12824393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219" name="그림 4218">
            <a:extLst>
              <a:ext uri="{FF2B5EF4-FFF2-40B4-BE49-F238E27FC236}">
                <a16:creationId xmlns:a16="http://schemas.microsoft.com/office/drawing/2014/main" id="{24D08B61-C67D-588B-3D8A-D21106E586B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6676231" y="12260004"/>
            <a:ext cx="116844" cy="547211"/>
          </a:xfrm>
          <a:prstGeom prst="rect">
            <a:avLst/>
          </a:prstGeom>
        </p:spPr>
      </p:pic>
      <p:pic>
        <p:nvPicPr>
          <p:cNvPr id="4220" name="그림 4219">
            <a:extLst>
              <a:ext uri="{FF2B5EF4-FFF2-40B4-BE49-F238E27FC236}">
                <a16:creationId xmlns:a16="http://schemas.microsoft.com/office/drawing/2014/main" id="{C3C5A3FC-3550-606D-84FF-C104F63F16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278" y="9768441"/>
            <a:ext cx="826571" cy="795050"/>
          </a:xfrm>
          <a:prstGeom prst="rect">
            <a:avLst/>
          </a:prstGeom>
        </p:spPr>
      </p:pic>
      <p:pic>
        <p:nvPicPr>
          <p:cNvPr id="4221" name="그림 4220">
            <a:extLst>
              <a:ext uri="{FF2B5EF4-FFF2-40B4-BE49-F238E27FC236}">
                <a16:creationId xmlns:a16="http://schemas.microsoft.com/office/drawing/2014/main" id="{60B0E485-A517-7A4E-9FCD-9C84EAE143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400" y="11931412"/>
            <a:ext cx="847972" cy="807765"/>
          </a:xfrm>
          <a:prstGeom prst="rect">
            <a:avLst/>
          </a:prstGeom>
        </p:spPr>
      </p:pic>
      <p:sp>
        <p:nvSpPr>
          <p:cNvPr id="4222" name="사각형: 둥근 모서리 4221">
            <a:extLst>
              <a:ext uri="{FF2B5EF4-FFF2-40B4-BE49-F238E27FC236}">
                <a16:creationId xmlns:a16="http://schemas.microsoft.com/office/drawing/2014/main" id="{0A01FA33-E8F5-88FE-1326-5EB73959EBAA}"/>
              </a:ext>
            </a:extLst>
          </p:cNvPr>
          <p:cNvSpPr/>
          <p:nvPr/>
        </p:nvSpPr>
        <p:spPr>
          <a:xfrm>
            <a:off x="3498183" y="131614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</a:t>
            </a:r>
          </a:p>
        </p:txBody>
      </p:sp>
      <p:sp>
        <p:nvSpPr>
          <p:cNvPr id="4223" name="사각형: 둥근 모서리 4222">
            <a:extLst>
              <a:ext uri="{FF2B5EF4-FFF2-40B4-BE49-F238E27FC236}">
                <a16:creationId xmlns:a16="http://schemas.microsoft.com/office/drawing/2014/main" id="{C824A157-DA24-2077-6AB3-8DAE8383E4C7}"/>
              </a:ext>
            </a:extLst>
          </p:cNvPr>
          <p:cNvSpPr/>
          <p:nvPr/>
        </p:nvSpPr>
        <p:spPr>
          <a:xfrm>
            <a:off x="4011240" y="1316141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</a:t>
            </a:r>
          </a:p>
        </p:txBody>
      </p:sp>
      <p:sp>
        <p:nvSpPr>
          <p:cNvPr id="2048" name="사각형: 둥근 모서리 2047">
            <a:extLst>
              <a:ext uri="{FF2B5EF4-FFF2-40B4-BE49-F238E27FC236}">
                <a16:creationId xmlns:a16="http://schemas.microsoft.com/office/drawing/2014/main" id="{70946C96-62DD-3DC4-D7F3-0E50F8D19581}"/>
              </a:ext>
            </a:extLst>
          </p:cNvPr>
          <p:cNvSpPr/>
          <p:nvPr/>
        </p:nvSpPr>
        <p:spPr>
          <a:xfrm>
            <a:off x="3508891" y="1100354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2049" name="사각형: 둥근 모서리 2048">
            <a:extLst>
              <a:ext uri="{FF2B5EF4-FFF2-40B4-BE49-F238E27FC236}">
                <a16:creationId xmlns:a16="http://schemas.microsoft.com/office/drawing/2014/main" id="{06BF79FD-6EEE-27F6-D05A-AC4CFBD50F49}"/>
              </a:ext>
            </a:extLst>
          </p:cNvPr>
          <p:cNvSpPr/>
          <p:nvPr/>
        </p:nvSpPr>
        <p:spPr>
          <a:xfrm>
            <a:off x="4507641" y="1316141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매실액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50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8413DD0A-E8AF-9058-E1C9-6CCC3FE609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02362" y="11956190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AA948806-179E-D698-3CDA-2E5C4D137C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10325" y="9789353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사각형: 둥근 모서리 2052">
            <a:extLst>
              <a:ext uri="{FF2B5EF4-FFF2-40B4-BE49-F238E27FC236}">
                <a16:creationId xmlns:a16="http://schemas.microsoft.com/office/drawing/2014/main" id="{25D3B23F-FAC8-22CB-3EF6-250F0B950FD2}"/>
              </a:ext>
            </a:extLst>
          </p:cNvPr>
          <p:cNvSpPr/>
          <p:nvPr/>
        </p:nvSpPr>
        <p:spPr>
          <a:xfrm>
            <a:off x="1450460" y="1130072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2054" name="사각형: 둥근 모서리 2053">
            <a:extLst>
              <a:ext uri="{FF2B5EF4-FFF2-40B4-BE49-F238E27FC236}">
                <a16:creationId xmlns:a16="http://schemas.microsoft.com/office/drawing/2014/main" id="{CD3EF85E-7E51-5D4A-E18E-C3DA4CFBF5FB}"/>
              </a:ext>
            </a:extLst>
          </p:cNvPr>
          <p:cNvSpPr/>
          <p:nvPr/>
        </p:nvSpPr>
        <p:spPr>
          <a:xfrm>
            <a:off x="2504192" y="11323893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55" name="사각형: 둥근 모서리 2054">
            <a:extLst>
              <a:ext uri="{FF2B5EF4-FFF2-40B4-BE49-F238E27FC236}">
                <a16:creationId xmlns:a16="http://schemas.microsoft.com/office/drawing/2014/main" id="{0F644B5A-72BB-A72C-125A-352C99C239FE}"/>
              </a:ext>
            </a:extLst>
          </p:cNvPr>
          <p:cNvSpPr/>
          <p:nvPr/>
        </p:nvSpPr>
        <p:spPr>
          <a:xfrm>
            <a:off x="3339232" y="1132777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56" name="사각형: 둥근 모서리 2055">
            <a:extLst>
              <a:ext uri="{FF2B5EF4-FFF2-40B4-BE49-F238E27FC236}">
                <a16:creationId xmlns:a16="http://schemas.microsoft.com/office/drawing/2014/main" id="{7909B562-6DF3-5457-2A82-0DC681C2D782}"/>
              </a:ext>
            </a:extLst>
          </p:cNvPr>
          <p:cNvSpPr/>
          <p:nvPr/>
        </p:nvSpPr>
        <p:spPr>
          <a:xfrm>
            <a:off x="4213245" y="1133142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57" name="사각형: 둥근 모서리 2056">
            <a:extLst>
              <a:ext uri="{FF2B5EF4-FFF2-40B4-BE49-F238E27FC236}">
                <a16:creationId xmlns:a16="http://schemas.microsoft.com/office/drawing/2014/main" id="{45CA5574-40A9-EB89-7956-9A502A692CCC}"/>
              </a:ext>
            </a:extLst>
          </p:cNvPr>
          <p:cNvSpPr/>
          <p:nvPr/>
        </p:nvSpPr>
        <p:spPr>
          <a:xfrm>
            <a:off x="1450460" y="1345888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2058" name="사각형: 둥근 모서리 2057">
            <a:extLst>
              <a:ext uri="{FF2B5EF4-FFF2-40B4-BE49-F238E27FC236}">
                <a16:creationId xmlns:a16="http://schemas.microsoft.com/office/drawing/2014/main" id="{EC9A6673-22AB-7596-9216-E3D5209BC733}"/>
              </a:ext>
            </a:extLst>
          </p:cNvPr>
          <p:cNvSpPr/>
          <p:nvPr/>
        </p:nvSpPr>
        <p:spPr>
          <a:xfrm>
            <a:off x="2504192" y="1348205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59" name="사각형: 둥근 모서리 2058">
            <a:extLst>
              <a:ext uri="{FF2B5EF4-FFF2-40B4-BE49-F238E27FC236}">
                <a16:creationId xmlns:a16="http://schemas.microsoft.com/office/drawing/2014/main" id="{CAD529B1-D7A4-14A6-FB5F-D721DAFE8EAE}"/>
              </a:ext>
            </a:extLst>
          </p:cNvPr>
          <p:cNvSpPr/>
          <p:nvPr/>
        </p:nvSpPr>
        <p:spPr>
          <a:xfrm>
            <a:off x="3339232" y="13485934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쪽파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 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60" name="사각형: 둥근 모서리 2059">
            <a:extLst>
              <a:ext uri="{FF2B5EF4-FFF2-40B4-BE49-F238E27FC236}">
                <a16:creationId xmlns:a16="http://schemas.microsoft.com/office/drawing/2014/main" id="{988956A4-2C49-D030-B560-F2A1E60E6878}"/>
              </a:ext>
            </a:extLst>
          </p:cNvPr>
          <p:cNvSpPr/>
          <p:nvPr/>
        </p:nvSpPr>
        <p:spPr>
          <a:xfrm>
            <a:off x="4213245" y="13489583"/>
            <a:ext cx="933468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미원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61" name="사각형: 둥근 모서리 2060">
            <a:extLst>
              <a:ext uri="{FF2B5EF4-FFF2-40B4-BE49-F238E27FC236}">
                <a16:creationId xmlns:a16="http://schemas.microsoft.com/office/drawing/2014/main" id="{CF542429-7162-E348-E60C-78BD99D01A7E}"/>
              </a:ext>
            </a:extLst>
          </p:cNvPr>
          <p:cNvSpPr/>
          <p:nvPr/>
        </p:nvSpPr>
        <p:spPr>
          <a:xfrm>
            <a:off x="5177151" y="13485584"/>
            <a:ext cx="1499080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다시다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멸치액젓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62" name="Picture 4" descr="확인하다 - 무료 ui개 아이콘">
            <a:extLst>
              <a:ext uri="{FF2B5EF4-FFF2-40B4-BE49-F238E27FC236}">
                <a16:creationId xmlns:a16="http://schemas.microsoft.com/office/drawing/2014/main" id="{670E02DF-6C5C-66AF-2797-298014DB1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942" y="1193980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4" descr="확인하다 - 무료 ui개 아이콘">
            <a:extLst>
              <a:ext uri="{FF2B5EF4-FFF2-40B4-BE49-F238E27FC236}">
                <a16:creationId xmlns:a16="http://schemas.microsoft.com/office/drawing/2014/main" id="{FD4EDC73-3B6D-9948-AB40-27F83A2C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048" y="975712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TextBox 2066">
            <a:extLst>
              <a:ext uri="{FF2B5EF4-FFF2-40B4-BE49-F238E27FC236}">
                <a16:creationId xmlns:a16="http://schemas.microsoft.com/office/drawing/2014/main" id="{C211F188-5545-DB95-4EC6-C86853645D6C}"/>
              </a:ext>
            </a:extLst>
          </p:cNvPr>
          <p:cNvSpPr txBox="1"/>
          <p:nvPr/>
        </p:nvSpPr>
        <p:spPr>
          <a:xfrm>
            <a:off x="-1" y="16351339"/>
            <a:ext cx="8534401" cy="1149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200" dirty="0"/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설명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해당페이지는 이전에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있는 재료 키워드를 기반으로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 게시글 본문의 재료 키워드와 매칭하여 재료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매칭률을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기반으로 레시피를 추천해주는 페이지이다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 본문을 수집한 데이터는 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mySQL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저장되어 있는데 연결 정보는 아래와 같다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===========</a:t>
            </a: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#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데이터베이스 연결 정보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(MySQL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def 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get_db_connection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():</a:t>
            </a: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return 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pymysql.connect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(host='localhost', user='root', password='sk784512!!', 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db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=‘refrigerator’, 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cursorclass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pymysql.cursors.DictCursor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여기 있는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recipes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테이블이다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중에 레시피 본문에 나타난 재료를 따로 산출한 열은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used_ingredients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열이고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곳에 재료들이 저장되어 있다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재료들은 쉼표를 기준으로 나뉘어 있다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===========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홈페이지 메뉴 네비게이션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홈페이지의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메뉴바이다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일단 크게는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냉장고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이렇게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네가지의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메뉴가 있음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</a:p>
          <a:p>
            <a:pPr marL="215976" indent="-215976">
              <a:buFontTx/>
              <a:buChar char="-"/>
            </a:pP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아이콘은 클릭이 안된 경우엔 아래 경로의 이미지 아이콘을 쓰고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화이트계열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\assets\navigator_myfridgerecipe_white.png“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\assets\navigator_popularity_white.png“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\assets\navigator_mypage_white.png“</a:t>
            </a:r>
          </a:p>
          <a:p>
            <a:pPr marL="215976" indent="-215976">
              <a:buFontTx/>
              <a:buChar char="-"/>
            </a:pP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클릭이 된 경우엔 아래 경로의 이미지 아이콘을 쓴다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블랙계열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\assets\navigator_myfridgerecipe_black.png“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\assets\navigator_popularity_black.png“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\assets\navigator_mypage_black.png“</a:t>
            </a: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지금은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냉장고 요리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페이지에 해당하니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냉장고 요리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에 해당하는 아이콘만 블랙 계열의 파일을 쓰고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냉장고 요리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의 글씨만 가장 진한 검정이고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나머지는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회색글자이다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. 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Ⓑ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정렬 기능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하단의 레시피를 어떤 기준으로 정렬시킬 것인지 선택할 수 있다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정렬 기준으로는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매칭률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내가 갖고 있는 재료와 레시피에 필요한 재료의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매칭률이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얼마나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높은지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이게 디폴트로 선택되어 있음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),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유통기한 임박 재료 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내가 갖고 있는 재료 중 유통기한이 임박한 제품을 가장 먼저 소진할 수 있도록 레시피 추천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유통기한이 가장 급하게 임박한 재료를 소진할 수 있도록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sorting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해준다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만일 유통기한이 같은 제품이 있다면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매칭률이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높은 순으로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sorting),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이외에도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좋아요순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’,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댓글순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’,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최신순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’(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게시된 날짜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으로 정렬을 시킬 수 있다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Ⓒ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필터 기능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재료를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어떤식으로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select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할 것인지 필터 기능을 제공한다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해당 아이콘을 누르면 필터를 선택할 수 있는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같은 것이 뜬다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.(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팝업창에 대한 내용은 다음페이지에서 상세 설명하겠다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) </a:t>
            </a:r>
          </a:p>
          <a:p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ⓓ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레시피 보여주는 공간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앞에서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있는 재료들과 수집된 레시피 데이터 안에 있는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used_ingredients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열에 있는 값들을 배교하여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계산하여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매칭률이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70%~100%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구간 사이에 있는 레시피들을 보여준다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스크롤을 내리면 계속 보여지는 형식이다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공간 안에는 각 레시피별 썸네일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이미지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title,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본문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아이디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게시날짜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레시피에 포함된 나의 냉장고 재료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추가로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재료를 보여준다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또한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 설명해주는데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‘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 내가 갖고 있는 재료로 대체할 수 있는 항목을 표시해준다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대체재는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“ingredient_profile_dict_v1”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사전의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“substitutes”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열 값을 기반으로 산출된다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제목 바로 옆에는 완료하기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 아이콘이 있는데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누르면 내 지인에게 해당 레시피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URL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공유가 가능하고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아이콘을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누를시에는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웹페이지 내에서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중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기록한 레시피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저장되도록 하고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완료하기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아이콘을 </a:t>
            </a:r>
            <a:r>
              <a:rPr lang="ko-KR" altLang="en-US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누를시에는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중 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저장되도록 한다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</p:txBody>
      </p:sp>
      <p:sp>
        <p:nvSpPr>
          <p:cNvPr id="2068" name="직사각형 2067">
            <a:extLst>
              <a:ext uri="{FF2B5EF4-FFF2-40B4-BE49-F238E27FC236}">
                <a16:creationId xmlns:a16="http://schemas.microsoft.com/office/drawing/2014/main" id="{4C0716AA-2EF7-CB69-DBBF-21836E1DC9C9}"/>
              </a:ext>
            </a:extLst>
          </p:cNvPr>
          <p:cNvSpPr/>
          <p:nvPr/>
        </p:nvSpPr>
        <p:spPr>
          <a:xfrm>
            <a:off x="-772841" y="14188218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3200" dirty="0"/>
          </a:p>
        </p:txBody>
      </p:sp>
      <p:sp>
        <p:nvSpPr>
          <p:cNvPr id="2069" name="직사각형 2068">
            <a:extLst>
              <a:ext uri="{FF2B5EF4-FFF2-40B4-BE49-F238E27FC236}">
                <a16:creationId xmlns:a16="http://schemas.microsoft.com/office/drawing/2014/main" id="{1C25B4B3-532E-D5D5-9904-3D913823C268}"/>
              </a:ext>
            </a:extLst>
          </p:cNvPr>
          <p:cNvSpPr/>
          <p:nvPr/>
        </p:nvSpPr>
        <p:spPr>
          <a:xfrm>
            <a:off x="1179701" y="1727859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ⓑ</a:t>
            </a:r>
            <a:endParaRPr lang="ko-KR" altLang="en-US" sz="3200" dirty="0"/>
          </a:p>
        </p:txBody>
      </p:sp>
      <p:sp>
        <p:nvSpPr>
          <p:cNvPr id="2070" name="직사각형 2069">
            <a:extLst>
              <a:ext uri="{FF2B5EF4-FFF2-40B4-BE49-F238E27FC236}">
                <a16:creationId xmlns:a16="http://schemas.microsoft.com/office/drawing/2014/main" id="{F569ACA6-5716-AE4C-D63B-1319DB4D1C2D}"/>
              </a:ext>
            </a:extLst>
          </p:cNvPr>
          <p:cNvSpPr/>
          <p:nvPr/>
        </p:nvSpPr>
        <p:spPr>
          <a:xfrm>
            <a:off x="5736129" y="1381174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ⓒ</a:t>
            </a:r>
            <a:endParaRPr lang="ko-KR" altLang="en-US" sz="3200" dirty="0"/>
          </a:p>
        </p:txBody>
      </p:sp>
      <p:sp>
        <p:nvSpPr>
          <p:cNvPr id="2071" name="직사각형 2070">
            <a:extLst>
              <a:ext uri="{FF2B5EF4-FFF2-40B4-BE49-F238E27FC236}">
                <a16:creationId xmlns:a16="http://schemas.microsoft.com/office/drawing/2014/main" id="{50F99938-0846-3AF9-AF9D-0E45A07DC2B4}"/>
              </a:ext>
            </a:extLst>
          </p:cNvPr>
          <p:cNvSpPr/>
          <p:nvPr/>
        </p:nvSpPr>
        <p:spPr>
          <a:xfrm>
            <a:off x="-755247" y="2835563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Ⓓ</a:t>
            </a:r>
            <a:endParaRPr lang="ko-KR" altLang="en-US" sz="3200" dirty="0"/>
          </a:p>
        </p:txBody>
      </p:sp>
      <p:sp>
        <p:nvSpPr>
          <p:cNvPr id="2073" name="TextBox 2072">
            <a:extLst>
              <a:ext uri="{FF2B5EF4-FFF2-40B4-BE49-F238E27FC236}">
                <a16:creationId xmlns:a16="http://schemas.microsoft.com/office/drawing/2014/main" id="{213ECDF9-29A3-D37E-2EDC-B14F96C45ECB}"/>
              </a:ext>
            </a:extLst>
          </p:cNvPr>
          <p:cNvSpPr txBox="1"/>
          <p:nvPr/>
        </p:nvSpPr>
        <p:spPr>
          <a:xfrm>
            <a:off x="-118714" y="-643623"/>
            <a:ext cx="8729314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 추천 리스트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7123A5E-98D0-4823-B392-4462ABD5935D}"/>
              </a:ext>
            </a:extLst>
          </p:cNvPr>
          <p:cNvGrpSpPr/>
          <p:nvPr/>
        </p:nvGrpSpPr>
        <p:grpSpPr>
          <a:xfrm>
            <a:off x="-50610991" y="-2495189"/>
            <a:ext cx="9701049" cy="9701049"/>
            <a:chOff x="8839200" y="2523665"/>
            <a:chExt cx="1920487" cy="1920487"/>
          </a:xfrm>
          <a:noFill/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DBE31BB-9844-130D-4F09-3CB0CA7C9B16}"/>
                </a:ext>
              </a:extLst>
            </p:cNvPr>
            <p:cNvSpPr/>
            <p:nvPr/>
          </p:nvSpPr>
          <p:spPr>
            <a:xfrm>
              <a:off x="8839200" y="2523665"/>
              <a:ext cx="1920487" cy="1920487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Picture 4" descr="확인하다 - 무료 ui개 아이콘">
              <a:extLst>
                <a:ext uri="{FF2B5EF4-FFF2-40B4-BE49-F238E27FC236}">
                  <a16:creationId xmlns:a16="http://schemas.microsoft.com/office/drawing/2014/main" id="{D8DAF3D6-5CFD-8D23-6D18-FF05BEA17A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30" t="7130" r="7130" b="7130"/>
            <a:stretch/>
          </p:blipFill>
          <p:spPr bwMode="auto">
            <a:xfrm>
              <a:off x="8988373" y="2672839"/>
              <a:ext cx="1622140" cy="1622138"/>
            </a:xfrm>
            <a:prstGeom prst="rect">
              <a:avLst/>
            </a:prstGeom>
            <a:grpFill/>
          </p:spPr>
        </p:pic>
      </p:grpSp>
      <p:grpSp>
        <p:nvGrpSpPr>
          <p:cNvPr id="4251" name="그룹 4250">
            <a:extLst>
              <a:ext uri="{FF2B5EF4-FFF2-40B4-BE49-F238E27FC236}">
                <a16:creationId xmlns:a16="http://schemas.microsoft.com/office/drawing/2014/main" id="{EB63D76F-F65F-C754-828F-75FE97E89CC5}"/>
              </a:ext>
            </a:extLst>
          </p:cNvPr>
          <p:cNvGrpSpPr/>
          <p:nvPr/>
        </p:nvGrpSpPr>
        <p:grpSpPr>
          <a:xfrm>
            <a:off x="-36171965" y="-2442288"/>
            <a:ext cx="9740023" cy="9701049"/>
            <a:chOff x="-36171965" y="-2442288"/>
            <a:chExt cx="9740023" cy="9701049"/>
          </a:xfrm>
        </p:grpSpPr>
        <p:sp>
          <p:nvSpPr>
            <p:cNvPr id="4250" name="직사각형 4249">
              <a:extLst>
                <a:ext uri="{FF2B5EF4-FFF2-40B4-BE49-F238E27FC236}">
                  <a16:creationId xmlns:a16="http://schemas.microsoft.com/office/drawing/2014/main" id="{1CA2C1FB-CA3E-7061-3803-06E4FB5B6093}"/>
                </a:ext>
              </a:extLst>
            </p:cNvPr>
            <p:cNvSpPr/>
            <p:nvPr/>
          </p:nvSpPr>
          <p:spPr>
            <a:xfrm>
              <a:off x="-36132991" y="-2442288"/>
              <a:ext cx="9701049" cy="9701049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DFBF6C1-F672-1BDC-FD99-B1C69010C236}"/>
                </a:ext>
              </a:extLst>
            </p:cNvPr>
            <p:cNvGrpSpPr/>
            <p:nvPr/>
          </p:nvGrpSpPr>
          <p:grpSpPr>
            <a:xfrm>
              <a:off x="-36171965" y="-2442288"/>
              <a:ext cx="9701049" cy="9701049"/>
              <a:chOff x="11170033" y="2523665"/>
              <a:chExt cx="1920487" cy="1920487"/>
            </a:xfrm>
            <a:noFill/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CE9E0FDE-1F10-85F1-39DF-9705B33558F0}"/>
                  </a:ext>
                </a:extLst>
              </p:cNvPr>
              <p:cNvSpPr/>
              <p:nvPr/>
            </p:nvSpPr>
            <p:spPr>
              <a:xfrm>
                <a:off x="11170033" y="2523665"/>
                <a:ext cx="1920487" cy="19204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5" name="Picture 10" descr="인스 타 그램 패키지 아이콘 - Pixabay의 무료 벡터 그래픽">
                <a:extLst>
                  <a:ext uri="{FF2B5EF4-FFF2-40B4-BE49-F238E27FC236}">
                    <a16:creationId xmlns:a16="http://schemas.microsoft.com/office/drawing/2014/main" id="{19C1E669-DD36-A8D6-2D9F-A03C9866F1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871" t="18380" r="51318" b="61373"/>
              <a:stretch/>
            </p:blipFill>
            <p:spPr bwMode="auto">
              <a:xfrm>
                <a:off x="11265759" y="2790425"/>
                <a:ext cx="1729035" cy="1619231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5FCCB55-B629-3FBF-9DF0-CFF0808451A0}"/>
              </a:ext>
            </a:extLst>
          </p:cNvPr>
          <p:cNvGrpSpPr/>
          <p:nvPr/>
        </p:nvGrpSpPr>
        <p:grpSpPr>
          <a:xfrm>
            <a:off x="-24168670" y="-2038489"/>
            <a:ext cx="9701049" cy="9701049"/>
            <a:chOff x="11170033" y="2523665"/>
            <a:chExt cx="1920487" cy="1920487"/>
          </a:xfrm>
          <a:noFill/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C0A6A93-8E9C-33A3-98C2-B5C85E515BB7}"/>
                </a:ext>
              </a:extLst>
            </p:cNvPr>
            <p:cNvSpPr/>
            <p:nvPr/>
          </p:nvSpPr>
          <p:spPr>
            <a:xfrm>
              <a:off x="11170033" y="2523665"/>
              <a:ext cx="1920487" cy="1920487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107" name="Picture 10" descr="인스 타 그램 패키지 아이콘 - Pixabay의 무료 벡터 그래픽">
              <a:extLst>
                <a:ext uri="{FF2B5EF4-FFF2-40B4-BE49-F238E27FC236}">
                  <a16:creationId xmlns:a16="http://schemas.microsoft.com/office/drawing/2014/main" id="{B15292F8-A70A-A43F-3C7E-32005A6A4F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34" t="18380" r="38473" b="61373"/>
            <a:stretch/>
          </p:blipFill>
          <p:spPr bwMode="auto">
            <a:xfrm>
              <a:off x="11323980" y="2717853"/>
              <a:ext cx="1598243" cy="1619231"/>
            </a:xfrm>
            <a:prstGeom prst="rect">
              <a:avLst/>
            </a:prstGeom>
            <a:grpFill/>
          </p:spPr>
        </p:pic>
      </p:grpSp>
      <p:sp>
        <p:nvSpPr>
          <p:cNvPr id="4130" name="사각형: 둥근 모서리 4129">
            <a:extLst>
              <a:ext uri="{FF2B5EF4-FFF2-40B4-BE49-F238E27FC236}">
                <a16:creationId xmlns:a16="http://schemas.microsoft.com/office/drawing/2014/main" id="{4AE1229C-2FD1-B92F-AA3E-FF224FF73D14}"/>
              </a:ext>
            </a:extLst>
          </p:cNvPr>
          <p:cNvSpPr/>
          <p:nvPr/>
        </p:nvSpPr>
        <p:spPr>
          <a:xfrm>
            <a:off x="8543019" y="5946885"/>
            <a:ext cx="6392181" cy="179297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pic>
        <p:nvPicPr>
          <p:cNvPr id="4131" name="그림 4130">
            <a:extLst>
              <a:ext uri="{FF2B5EF4-FFF2-40B4-BE49-F238E27FC236}">
                <a16:creationId xmlns:a16="http://schemas.microsoft.com/office/drawing/2014/main" id="{33EB988C-2B65-B0D1-E508-A003F1859B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57" b="4397"/>
          <a:stretch/>
        </p:blipFill>
        <p:spPr>
          <a:xfrm>
            <a:off x="8727619" y="6098469"/>
            <a:ext cx="1581612" cy="1513649"/>
          </a:xfrm>
          <a:prstGeom prst="rect">
            <a:avLst/>
          </a:prstGeom>
        </p:spPr>
      </p:pic>
      <p:sp>
        <p:nvSpPr>
          <p:cNvPr id="4133" name="TextBox 4132">
            <a:extLst>
              <a:ext uri="{FF2B5EF4-FFF2-40B4-BE49-F238E27FC236}">
                <a16:creationId xmlns:a16="http://schemas.microsoft.com/office/drawing/2014/main" id="{C3A47CBE-0D64-B158-631C-8F1BFAC59B84}"/>
              </a:ext>
            </a:extLst>
          </p:cNvPr>
          <p:cNvSpPr txBox="1"/>
          <p:nvPr/>
        </p:nvSpPr>
        <p:spPr>
          <a:xfrm>
            <a:off x="10368178" y="6081748"/>
            <a:ext cx="37810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…</a:t>
            </a:r>
          </a:p>
        </p:txBody>
      </p:sp>
      <p:pic>
        <p:nvPicPr>
          <p:cNvPr id="4134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B3D741F3-E39A-E7B9-BC90-01EB0A5A3A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3814999" y="6129426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6" name="사각형: 둥근 모서리 4135">
            <a:extLst>
              <a:ext uri="{FF2B5EF4-FFF2-40B4-BE49-F238E27FC236}">
                <a16:creationId xmlns:a16="http://schemas.microsoft.com/office/drawing/2014/main" id="{57B10E7A-17E1-DD35-E7DC-46D9F6E374E5}"/>
              </a:ext>
            </a:extLst>
          </p:cNvPr>
          <p:cNvSpPr/>
          <p:nvPr/>
        </p:nvSpPr>
        <p:spPr>
          <a:xfrm>
            <a:off x="8718137" y="6091722"/>
            <a:ext cx="1174981" cy="204402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99%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37" name="TextBox 4136">
            <a:extLst>
              <a:ext uri="{FF2B5EF4-FFF2-40B4-BE49-F238E27FC236}">
                <a16:creationId xmlns:a16="http://schemas.microsoft.com/office/drawing/2014/main" id="{10AA3FA4-4488-15F6-A8B4-0DF82CAFA671}"/>
              </a:ext>
            </a:extLst>
          </p:cNvPr>
          <p:cNvSpPr txBox="1"/>
          <p:nvPr/>
        </p:nvSpPr>
        <p:spPr>
          <a:xfrm>
            <a:off x="13896903" y="6061227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25-03-08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138" name="TextBox 4137">
            <a:extLst>
              <a:ext uri="{FF2B5EF4-FFF2-40B4-BE49-F238E27FC236}">
                <a16:creationId xmlns:a16="http://schemas.microsoft.com/office/drawing/2014/main" id="{A55931AB-2A05-896D-3507-B5DFA60762E0}"/>
              </a:ext>
            </a:extLst>
          </p:cNvPr>
          <p:cNvSpPr txBox="1"/>
          <p:nvPr/>
        </p:nvSpPr>
        <p:spPr>
          <a:xfrm>
            <a:off x="10417760" y="6452145"/>
            <a:ext cx="39513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 메뉴이기 때문에 앞다리살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목살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삼겹살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뒷다리살 등 구입을 해오면 볶아먹게 되는 것 같습니다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… </a:t>
            </a:r>
            <a:endParaRPr lang="ko-KR" altLang="en-US" sz="8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43" name="사각형: 둥근 모서리 4142">
            <a:extLst>
              <a:ext uri="{FF2B5EF4-FFF2-40B4-BE49-F238E27FC236}">
                <a16:creationId xmlns:a16="http://schemas.microsoft.com/office/drawing/2014/main" id="{D43C9B20-7D4D-4974-E5CA-C131F1BA399D}"/>
              </a:ext>
            </a:extLst>
          </p:cNvPr>
          <p:cNvSpPr/>
          <p:nvPr/>
        </p:nvSpPr>
        <p:spPr>
          <a:xfrm>
            <a:off x="11043894" y="703758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4145" name="사각형: 둥근 모서리 4144">
            <a:extLst>
              <a:ext uri="{FF2B5EF4-FFF2-40B4-BE49-F238E27FC236}">
                <a16:creationId xmlns:a16="http://schemas.microsoft.com/office/drawing/2014/main" id="{695797E7-E235-3A42-0F72-C7FD9836607B}"/>
              </a:ext>
            </a:extLst>
          </p:cNvPr>
          <p:cNvSpPr/>
          <p:nvPr/>
        </p:nvSpPr>
        <p:spPr>
          <a:xfrm>
            <a:off x="11546243" y="703758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146" name="사각형: 둥근 모서리 4145">
            <a:extLst>
              <a:ext uri="{FF2B5EF4-FFF2-40B4-BE49-F238E27FC236}">
                <a16:creationId xmlns:a16="http://schemas.microsoft.com/office/drawing/2014/main" id="{907DDC9D-6F88-CCE7-69BE-F9C9C3282A60}"/>
              </a:ext>
            </a:extLst>
          </p:cNvPr>
          <p:cNvSpPr/>
          <p:nvPr/>
        </p:nvSpPr>
        <p:spPr>
          <a:xfrm>
            <a:off x="12048593" y="703758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통깨</a:t>
            </a:r>
          </a:p>
        </p:txBody>
      </p:sp>
      <p:sp>
        <p:nvSpPr>
          <p:cNvPr id="4147" name="사각형: 둥근 모서리 4146">
            <a:extLst>
              <a:ext uri="{FF2B5EF4-FFF2-40B4-BE49-F238E27FC236}">
                <a16:creationId xmlns:a16="http://schemas.microsoft.com/office/drawing/2014/main" id="{55B4AF2A-A0E6-AE0A-571D-9AAD0EA3E8DD}"/>
              </a:ext>
            </a:extLst>
          </p:cNvPr>
          <p:cNvSpPr/>
          <p:nvPr/>
        </p:nvSpPr>
        <p:spPr>
          <a:xfrm>
            <a:off x="12550942" y="703758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4148" name="사각형: 둥근 모서리 4147">
            <a:extLst>
              <a:ext uri="{FF2B5EF4-FFF2-40B4-BE49-F238E27FC236}">
                <a16:creationId xmlns:a16="http://schemas.microsoft.com/office/drawing/2014/main" id="{F2D3987C-44F6-1051-5842-7EFF39A0D06E}"/>
              </a:ext>
            </a:extLst>
          </p:cNvPr>
          <p:cNvSpPr/>
          <p:nvPr/>
        </p:nvSpPr>
        <p:spPr>
          <a:xfrm>
            <a:off x="13053292" y="703758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153" name="사각형: 둥근 모서리 4152">
            <a:extLst>
              <a:ext uri="{FF2B5EF4-FFF2-40B4-BE49-F238E27FC236}">
                <a16:creationId xmlns:a16="http://schemas.microsoft.com/office/drawing/2014/main" id="{917778CB-9B36-2D73-E330-C16263FC7AB3}"/>
              </a:ext>
            </a:extLst>
          </p:cNvPr>
          <p:cNvSpPr/>
          <p:nvPr/>
        </p:nvSpPr>
        <p:spPr>
          <a:xfrm>
            <a:off x="13555641" y="703758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올리고당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58" name="사각형: 둥근 모서리 4157">
            <a:extLst>
              <a:ext uri="{FF2B5EF4-FFF2-40B4-BE49-F238E27FC236}">
                <a16:creationId xmlns:a16="http://schemas.microsoft.com/office/drawing/2014/main" id="{97816B9A-0BE1-01CB-0AEB-41EE4359122A}"/>
              </a:ext>
            </a:extLst>
          </p:cNvPr>
          <p:cNvSpPr/>
          <p:nvPr/>
        </p:nvSpPr>
        <p:spPr>
          <a:xfrm>
            <a:off x="10506500" y="703758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159" name="TextBox 4158">
            <a:extLst>
              <a:ext uri="{FF2B5EF4-FFF2-40B4-BE49-F238E27FC236}">
                <a16:creationId xmlns:a16="http://schemas.microsoft.com/office/drawing/2014/main" id="{A5008FFE-C60B-4F38-C576-40A8D5D4E70C}"/>
              </a:ext>
            </a:extLst>
          </p:cNvPr>
          <p:cNvSpPr txBox="1"/>
          <p:nvPr/>
        </p:nvSpPr>
        <p:spPr>
          <a:xfrm>
            <a:off x="14030152" y="6988777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60" name="그림 4159">
            <a:extLst>
              <a:ext uri="{FF2B5EF4-FFF2-40B4-BE49-F238E27FC236}">
                <a16:creationId xmlns:a16="http://schemas.microsoft.com/office/drawing/2014/main" id="{CF379BE6-EB6E-ED27-0E38-FD0FB0DA8EA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14647152" y="6422802"/>
            <a:ext cx="116844" cy="547211"/>
          </a:xfrm>
          <a:prstGeom prst="rect">
            <a:avLst/>
          </a:prstGeom>
        </p:spPr>
      </p:pic>
      <p:sp>
        <p:nvSpPr>
          <p:cNvPr id="4163" name="사각형: 둥근 모서리 4162">
            <a:extLst>
              <a:ext uri="{FF2B5EF4-FFF2-40B4-BE49-F238E27FC236}">
                <a16:creationId xmlns:a16="http://schemas.microsoft.com/office/drawing/2014/main" id="{48DB3B87-E14A-9625-FCFE-9EB56D61C71F}"/>
              </a:ext>
            </a:extLst>
          </p:cNvPr>
          <p:cNvSpPr/>
          <p:nvPr/>
        </p:nvSpPr>
        <p:spPr>
          <a:xfrm>
            <a:off x="10509954" y="7356268"/>
            <a:ext cx="1339145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78" name="타원 2077">
            <a:extLst>
              <a:ext uri="{FF2B5EF4-FFF2-40B4-BE49-F238E27FC236}">
                <a16:creationId xmlns:a16="http://schemas.microsoft.com/office/drawing/2014/main" id="{B265A289-CAE8-A4F4-6B41-F4C74CD4C8BA}"/>
              </a:ext>
            </a:extLst>
          </p:cNvPr>
          <p:cNvSpPr/>
          <p:nvPr/>
        </p:nvSpPr>
        <p:spPr>
          <a:xfrm>
            <a:off x="-11366924" y="10934571"/>
            <a:ext cx="1612722" cy="1612722"/>
          </a:xfrm>
          <a:prstGeom prst="ellipse">
            <a:avLst/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2079" name="타원 2078">
            <a:extLst>
              <a:ext uri="{FF2B5EF4-FFF2-40B4-BE49-F238E27FC236}">
                <a16:creationId xmlns:a16="http://schemas.microsoft.com/office/drawing/2014/main" id="{32F6D3E4-5B33-71D2-458E-40B13E8594BF}"/>
              </a:ext>
            </a:extLst>
          </p:cNvPr>
          <p:cNvSpPr/>
          <p:nvPr/>
        </p:nvSpPr>
        <p:spPr>
          <a:xfrm>
            <a:off x="-9149101" y="10934571"/>
            <a:ext cx="1612722" cy="1612722"/>
          </a:xfrm>
          <a:prstGeom prst="ellipse">
            <a:avLst/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2080" name="타원 2079">
            <a:extLst>
              <a:ext uri="{FF2B5EF4-FFF2-40B4-BE49-F238E27FC236}">
                <a16:creationId xmlns:a16="http://schemas.microsoft.com/office/drawing/2014/main" id="{1730C6F9-56B2-E147-6854-F0DB2E5769A9}"/>
              </a:ext>
            </a:extLst>
          </p:cNvPr>
          <p:cNvSpPr/>
          <p:nvPr/>
        </p:nvSpPr>
        <p:spPr>
          <a:xfrm>
            <a:off x="-6794902" y="10934571"/>
            <a:ext cx="1612722" cy="1612722"/>
          </a:xfrm>
          <a:prstGeom prst="ellipse">
            <a:avLst/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grpSp>
        <p:nvGrpSpPr>
          <p:cNvPr id="2107" name="그룹 2106">
            <a:extLst>
              <a:ext uri="{FF2B5EF4-FFF2-40B4-BE49-F238E27FC236}">
                <a16:creationId xmlns:a16="http://schemas.microsoft.com/office/drawing/2014/main" id="{A4C9F416-685B-778D-6757-65E482A890EF}"/>
              </a:ext>
            </a:extLst>
          </p:cNvPr>
          <p:cNvGrpSpPr/>
          <p:nvPr/>
        </p:nvGrpSpPr>
        <p:grpSpPr>
          <a:xfrm>
            <a:off x="-9014160" y="14604793"/>
            <a:ext cx="2362432" cy="2362432"/>
            <a:chOff x="10748678" y="10740716"/>
            <a:chExt cx="2362432" cy="2362432"/>
          </a:xfrm>
        </p:grpSpPr>
        <p:sp>
          <p:nvSpPr>
            <p:cNvPr id="2102" name="타원 2101">
              <a:extLst>
                <a:ext uri="{FF2B5EF4-FFF2-40B4-BE49-F238E27FC236}">
                  <a16:creationId xmlns:a16="http://schemas.microsoft.com/office/drawing/2014/main" id="{2293E67F-BB8F-D993-93D7-DC4B070E7F97}"/>
                </a:ext>
              </a:extLst>
            </p:cNvPr>
            <p:cNvSpPr/>
            <p:nvPr/>
          </p:nvSpPr>
          <p:spPr>
            <a:xfrm>
              <a:off x="10748678" y="10740716"/>
              <a:ext cx="2362432" cy="236243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grpSp>
          <p:nvGrpSpPr>
            <p:cNvPr id="2095" name="그룹 2094">
              <a:extLst>
                <a:ext uri="{FF2B5EF4-FFF2-40B4-BE49-F238E27FC236}">
                  <a16:creationId xmlns:a16="http://schemas.microsoft.com/office/drawing/2014/main" id="{3935D57B-8C70-5639-1C25-BC5B305A2B59}"/>
                </a:ext>
              </a:extLst>
            </p:cNvPr>
            <p:cNvGrpSpPr/>
            <p:nvPr/>
          </p:nvGrpSpPr>
          <p:grpSpPr>
            <a:xfrm>
              <a:off x="10969650" y="10961688"/>
              <a:ext cx="1920487" cy="1962191"/>
              <a:chOff x="11170033" y="2523665"/>
              <a:chExt cx="1920487" cy="1962191"/>
            </a:xfrm>
            <a:noFill/>
          </p:grpSpPr>
          <p:sp>
            <p:nvSpPr>
              <p:cNvPr id="2096" name="직사각형 2095">
                <a:extLst>
                  <a:ext uri="{FF2B5EF4-FFF2-40B4-BE49-F238E27FC236}">
                    <a16:creationId xmlns:a16="http://schemas.microsoft.com/office/drawing/2014/main" id="{FB40FD7F-BCF4-9D0D-1AA3-86B9D4EDCA54}"/>
                  </a:ext>
                </a:extLst>
              </p:cNvPr>
              <p:cNvSpPr/>
              <p:nvPr/>
            </p:nvSpPr>
            <p:spPr>
              <a:xfrm>
                <a:off x="11170033" y="2523665"/>
                <a:ext cx="1920487" cy="19204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097" name="Picture 10" descr="인스 타 그램 패키지 아이콘 - Pixabay의 무료 벡터 그래픽">
                <a:extLst>
                  <a:ext uri="{FF2B5EF4-FFF2-40B4-BE49-F238E27FC236}">
                    <a16:creationId xmlns:a16="http://schemas.microsoft.com/office/drawing/2014/main" id="{96C0908E-E5DE-CE7E-82B9-DC3209964C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8">
                <a:biLevel thresh="25000"/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rightnessContrast bright="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871" t="18380" r="51318" b="61373"/>
              <a:stretch/>
            </p:blipFill>
            <p:spPr bwMode="auto">
              <a:xfrm>
                <a:off x="11284809" y="2866625"/>
                <a:ext cx="1729035" cy="1619231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2108" name="그룹 2107">
            <a:extLst>
              <a:ext uri="{FF2B5EF4-FFF2-40B4-BE49-F238E27FC236}">
                <a16:creationId xmlns:a16="http://schemas.microsoft.com/office/drawing/2014/main" id="{174EEC3D-0D6A-2344-5945-97031A4C09CA}"/>
              </a:ext>
            </a:extLst>
          </p:cNvPr>
          <p:cNvGrpSpPr/>
          <p:nvPr/>
        </p:nvGrpSpPr>
        <p:grpSpPr>
          <a:xfrm>
            <a:off x="-6063613" y="14604793"/>
            <a:ext cx="2362432" cy="2362432"/>
            <a:chOff x="13699225" y="10740716"/>
            <a:chExt cx="2362432" cy="2362432"/>
          </a:xfrm>
        </p:grpSpPr>
        <p:sp>
          <p:nvSpPr>
            <p:cNvPr id="2103" name="타원 2102">
              <a:extLst>
                <a:ext uri="{FF2B5EF4-FFF2-40B4-BE49-F238E27FC236}">
                  <a16:creationId xmlns:a16="http://schemas.microsoft.com/office/drawing/2014/main" id="{C3E00286-2D2A-D78E-2E99-80BABBEF903C}"/>
                </a:ext>
              </a:extLst>
            </p:cNvPr>
            <p:cNvSpPr/>
            <p:nvPr/>
          </p:nvSpPr>
          <p:spPr>
            <a:xfrm>
              <a:off x="13699225" y="10740716"/>
              <a:ext cx="2362432" cy="236243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pic>
          <p:nvPicPr>
            <p:cNvPr id="2100" name="Picture 10" descr="인스 타 그램 패키지 아이콘 - Pixabay의 무료 벡터 그래픽">
              <a:extLst>
                <a:ext uri="{FF2B5EF4-FFF2-40B4-BE49-F238E27FC236}">
                  <a16:creationId xmlns:a16="http://schemas.microsoft.com/office/drawing/2014/main" id="{908E0D3D-38DC-9686-695B-626E32BD2C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34" t="18380" r="38473" b="61373"/>
            <a:stretch/>
          </p:blipFill>
          <p:spPr bwMode="auto">
            <a:xfrm>
              <a:off x="14104443" y="11143566"/>
              <a:ext cx="1598243" cy="1619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06" name="그룹 2105">
            <a:extLst>
              <a:ext uri="{FF2B5EF4-FFF2-40B4-BE49-F238E27FC236}">
                <a16:creationId xmlns:a16="http://schemas.microsoft.com/office/drawing/2014/main" id="{B8C2EF43-DFA3-B0EB-E1F7-D397C657D89A}"/>
              </a:ext>
            </a:extLst>
          </p:cNvPr>
          <p:cNvGrpSpPr/>
          <p:nvPr/>
        </p:nvGrpSpPr>
        <p:grpSpPr>
          <a:xfrm>
            <a:off x="-11671885" y="14604793"/>
            <a:ext cx="2362432" cy="2362432"/>
            <a:chOff x="8090953" y="10740716"/>
            <a:chExt cx="2362432" cy="2362432"/>
          </a:xfrm>
        </p:grpSpPr>
        <p:sp>
          <p:nvSpPr>
            <p:cNvPr id="2101" name="타원 2100">
              <a:extLst>
                <a:ext uri="{FF2B5EF4-FFF2-40B4-BE49-F238E27FC236}">
                  <a16:creationId xmlns:a16="http://schemas.microsoft.com/office/drawing/2014/main" id="{8390CE3F-3776-A1BA-25D3-8670CDE7F09D}"/>
                </a:ext>
              </a:extLst>
            </p:cNvPr>
            <p:cNvSpPr/>
            <p:nvPr/>
          </p:nvSpPr>
          <p:spPr>
            <a:xfrm>
              <a:off x="8090953" y="10740716"/>
              <a:ext cx="2362432" cy="236243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pic>
          <p:nvPicPr>
            <p:cNvPr id="2105" name="그림 2104">
              <a:extLst>
                <a:ext uri="{FF2B5EF4-FFF2-40B4-BE49-F238E27FC236}">
                  <a16:creationId xmlns:a16="http://schemas.microsoft.com/office/drawing/2014/main" id="{D2C31FF7-4B2C-0F43-57D1-E9AE90FF9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lum bright="70000" contrast="-70000"/>
            </a:blip>
            <a:stretch>
              <a:fillRect/>
            </a:stretch>
          </p:blipFill>
          <p:spPr>
            <a:xfrm>
              <a:off x="8628121" y="11446790"/>
              <a:ext cx="1315274" cy="950283"/>
            </a:xfrm>
            <a:prstGeom prst="rect">
              <a:avLst/>
            </a:prstGeom>
          </p:spPr>
        </p:pic>
      </p:grpSp>
      <p:grpSp>
        <p:nvGrpSpPr>
          <p:cNvPr id="3084" name="그룹 3083">
            <a:extLst>
              <a:ext uri="{FF2B5EF4-FFF2-40B4-BE49-F238E27FC236}">
                <a16:creationId xmlns:a16="http://schemas.microsoft.com/office/drawing/2014/main" id="{A89E4B21-F4F8-AC64-78BF-2B89979D5219}"/>
              </a:ext>
            </a:extLst>
          </p:cNvPr>
          <p:cNvGrpSpPr/>
          <p:nvPr/>
        </p:nvGrpSpPr>
        <p:grpSpPr>
          <a:xfrm>
            <a:off x="8996980" y="7123483"/>
            <a:ext cx="1271009" cy="515695"/>
            <a:chOff x="10175931" y="12024515"/>
            <a:chExt cx="8515855" cy="3455198"/>
          </a:xfrm>
        </p:grpSpPr>
        <p:sp>
          <p:nvSpPr>
            <p:cNvPr id="2109" name="직사각형 2108">
              <a:extLst>
                <a:ext uri="{FF2B5EF4-FFF2-40B4-BE49-F238E27FC236}">
                  <a16:creationId xmlns:a16="http://schemas.microsoft.com/office/drawing/2014/main" id="{3D98089F-9613-20E9-C758-9A8F7B6EB64F}"/>
                </a:ext>
              </a:extLst>
            </p:cNvPr>
            <p:cNvSpPr/>
            <p:nvPr/>
          </p:nvSpPr>
          <p:spPr>
            <a:xfrm>
              <a:off x="10175931" y="12024515"/>
              <a:ext cx="3455202" cy="34551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0" name="그룹 2109">
              <a:extLst>
                <a:ext uri="{FF2B5EF4-FFF2-40B4-BE49-F238E27FC236}">
                  <a16:creationId xmlns:a16="http://schemas.microsoft.com/office/drawing/2014/main" id="{3BFFF78B-C5CE-3879-5D27-71A09C008D07}"/>
                </a:ext>
              </a:extLst>
            </p:cNvPr>
            <p:cNvGrpSpPr/>
            <p:nvPr/>
          </p:nvGrpSpPr>
          <p:grpSpPr>
            <a:xfrm>
              <a:off x="13570080" y="12645870"/>
              <a:ext cx="2362432" cy="2362432"/>
              <a:chOff x="10939951" y="10740716"/>
              <a:chExt cx="2362432" cy="2362432"/>
            </a:xfrm>
          </p:grpSpPr>
          <p:sp>
            <p:nvSpPr>
              <p:cNvPr id="2111" name="타원 2110">
                <a:extLst>
                  <a:ext uri="{FF2B5EF4-FFF2-40B4-BE49-F238E27FC236}">
                    <a16:creationId xmlns:a16="http://schemas.microsoft.com/office/drawing/2014/main" id="{FBBF8A10-DF7D-C5E8-DD55-2B8EE5774651}"/>
                  </a:ext>
                </a:extLst>
              </p:cNvPr>
              <p:cNvSpPr/>
              <p:nvPr/>
            </p:nvSpPr>
            <p:spPr>
              <a:xfrm>
                <a:off x="10939951" y="10740716"/>
                <a:ext cx="2362432" cy="236243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grpSp>
            <p:nvGrpSpPr>
              <p:cNvPr id="3072" name="그룹 3071">
                <a:extLst>
                  <a:ext uri="{FF2B5EF4-FFF2-40B4-BE49-F238E27FC236}">
                    <a16:creationId xmlns:a16="http://schemas.microsoft.com/office/drawing/2014/main" id="{EB7AEB21-8835-DFB8-F7DB-29C1BDC74D8B}"/>
                  </a:ext>
                </a:extLst>
              </p:cNvPr>
              <p:cNvGrpSpPr/>
              <p:nvPr/>
            </p:nvGrpSpPr>
            <p:grpSpPr>
              <a:xfrm>
                <a:off x="10969650" y="10961688"/>
                <a:ext cx="2035085" cy="1962191"/>
                <a:chOff x="11170033" y="2523665"/>
                <a:chExt cx="2035085" cy="1962191"/>
              </a:xfrm>
              <a:noFill/>
            </p:grpSpPr>
            <p:sp>
              <p:nvSpPr>
                <p:cNvPr id="3073" name="직사각형 3072">
                  <a:extLst>
                    <a:ext uri="{FF2B5EF4-FFF2-40B4-BE49-F238E27FC236}">
                      <a16:creationId xmlns:a16="http://schemas.microsoft.com/office/drawing/2014/main" id="{C53AC1C1-7BD9-C24E-2829-9DFA2F437364}"/>
                    </a:ext>
                  </a:extLst>
                </p:cNvPr>
                <p:cNvSpPr/>
                <p:nvPr/>
              </p:nvSpPr>
              <p:spPr>
                <a:xfrm>
                  <a:off x="11170033" y="2523665"/>
                  <a:ext cx="1920487" cy="192048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075" name="Picture 10" descr="인스 타 그램 패키지 아이콘 - Pixabay의 무료 벡터 그래픽">
                  <a:extLst>
                    <a:ext uri="{FF2B5EF4-FFF2-40B4-BE49-F238E27FC236}">
                      <a16:creationId xmlns:a16="http://schemas.microsoft.com/office/drawing/2014/main" id="{90AACAB7-6DF6-FB07-9927-3893EE34E89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8">
                  <a:biLevel thresh="25000"/>
                  <a:extLst>
                    <a:ext uri="{BEBA8EAE-BF5A-486C-A8C5-ECC9F3942E4B}">
                      <a14:imgProps xmlns:a14="http://schemas.microsoft.com/office/drawing/2010/main">
                        <a14:imgLayer r:embed="rId19"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7871" t="18380" r="51318" b="61373"/>
                <a:stretch/>
              </p:blipFill>
              <p:spPr bwMode="auto">
                <a:xfrm>
                  <a:off x="11476082" y="2866625"/>
                  <a:ext cx="1729036" cy="1619231"/>
                </a:xfrm>
                <a:prstGeom prst="rect">
                  <a:avLst/>
                </a:prstGeom>
                <a:grpFill/>
              </p:spPr>
            </p:pic>
          </p:grpSp>
        </p:grpSp>
        <p:grpSp>
          <p:nvGrpSpPr>
            <p:cNvPr id="3076" name="그룹 3075">
              <a:extLst>
                <a:ext uri="{FF2B5EF4-FFF2-40B4-BE49-F238E27FC236}">
                  <a16:creationId xmlns:a16="http://schemas.microsoft.com/office/drawing/2014/main" id="{67C42CE4-587A-E70E-90AC-0040F9BA1B42}"/>
                </a:ext>
              </a:extLst>
            </p:cNvPr>
            <p:cNvGrpSpPr/>
            <p:nvPr/>
          </p:nvGrpSpPr>
          <p:grpSpPr>
            <a:xfrm>
              <a:off x="16329354" y="12645870"/>
              <a:ext cx="2362432" cy="2362432"/>
              <a:chOff x="13699225" y="10740716"/>
              <a:chExt cx="2362432" cy="2362432"/>
            </a:xfrm>
          </p:grpSpPr>
          <p:sp>
            <p:nvSpPr>
              <p:cNvPr id="3077" name="타원 3076">
                <a:extLst>
                  <a:ext uri="{FF2B5EF4-FFF2-40B4-BE49-F238E27FC236}">
                    <a16:creationId xmlns:a16="http://schemas.microsoft.com/office/drawing/2014/main" id="{0ECD54D5-D676-362C-08BB-2290DBB6A174}"/>
                  </a:ext>
                </a:extLst>
              </p:cNvPr>
              <p:cNvSpPr/>
              <p:nvPr/>
            </p:nvSpPr>
            <p:spPr>
              <a:xfrm>
                <a:off x="13699225" y="10740716"/>
                <a:ext cx="2362432" cy="236243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grpSp>
            <p:nvGrpSpPr>
              <p:cNvPr id="3078" name="그룹 3077">
                <a:extLst>
                  <a:ext uri="{FF2B5EF4-FFF2-40B4-BE49-F238E27FC236}">
                    <a16:creationId xmlns:a16="http://schemas.microsoft.com/office/drawing/2014/main" id="{52C838F9-796C-AF89-CEF2-5E21B83CD11A}"/>
                  </a:ext>
                </a:extLst>
              </p:cNvPr>
              <p:cNvGrpSpPr/>
              <p:nvPr/>
            </p:nvGrpSpPr>
            <p:grpSpPr>
              <a:xfrm>
                <a:off x="13950496" y="10949378"/>
                <a:ext cx="1920487" cy="1920487"/>
                <a:chOff x="11170033" y="2523665"/>
                <a:chExt cx="1920487" cy="1920487"/>
              </a:xfrm>
              <a:noFill/>
            </p:grpSpPr>
            <p:sp>
              <p:nvSpPr>
                <p:cNvPr id="3079" name="직사각형 3078">
                  <a:extLst>
                    <a:ext uri="{FF2B5EF4-FFF2-40B4-BE49-F238E27FC236}">
                      <a16:creationId xmlns:a16="http://schemas.microsoft.com/office/drawing/2014/main" id="{6A1C16CD-4680-05C7-551E-E4F292EA63B7}"/>
                    </a:ext>
                  </a:extLst>
                </p:cNvPr>
                <p:cNvSpPr/>
                <p:nvPr/>
              </p:nvSpPr>
              <p:spPr>
                <a:xfrm>
                  <a:off x="11170033" y="2523665"/>
                  <a:ext cx="1920487" cy="192048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080" name="Picture 10" descr="인스 타 그램 패키지 아이콘 - Pixabay의 무료 벡터 그래픽">
                  <a:extLst>
                    <a:ext uri="{FF2B5EF4-FFF2-40B4-BE49-F238E27FC236}">
                      <a16:creationId xmlns:a16="http://schemas.microsoft.com/office/drawing/2014/main" id="{4A903808-2F0A-1576-E15F-1A6663A0DE5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8">
                  <a:biLevel thresh="25000"/>
                  <a:extLst>
                    <a:ext uri="{BEBA8EAE-BF5A-486C-A8C5-ECC9F3942E4B}">
                      <a14:imgProps xmlns:a14="http://schemas.microsoft.com/office/drawing/2010/main">
                        <a14:imgLayer r:embed="rId19"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534" t="18380" r="38473" b="61373"/>
                <a:stretch/>
              </p:blipFill>
              <p:spPr bwMode="auto">
                <a:xfrm>
                  <a:off x="11323980" y="2717853"/>
                  <a:ext cx="1598243" cy="1619231"/>
                </a:xfrm>
                <a:prstGeom prst="rect">
                  <a:avLst/>
                </a:prstGeom>
                <a:grpFill/>
              </p:spPr>
            </p:pic>
          </p:grpSp>
        </p:grpSp>
        <p:grpSp>
          <p:nvGrpSpPr>
            <p:cNvPr id="3081" name="그룹 3080">
              <a:extLst>
                <a:ext uri="{FF2B5EF4-FFF2-40B4-BE49-F238E27FC236}">
                  <a16:creationId xmlns:a16="http://schemas.microsoft.com/office/drawing/2014/main" id="{A9EB073C-A014-8038-7C05-6334DF98C63D}"/>
                </a:ext>
              </a:extLst>
            </p:cNvPr>
            <p:cNvGrpSpPr/>
            <p:nvPr/>
          </p:nvGrpSpPr>
          <p:grpSpPr>
            <a:xfrm>
              <a:off x="10721082" y="12645870"/>
              <a:ext cx="2362432" cy="2362432"/>
              <a:chOff x="8090953" y="10740716"/>
              <a:chExt cx="2362432" cy="2362432"/>
            </a:xfrm>
          </p:grpSpPr>
          <p:sp>
            <p:nvSpPr>
              <p:cNvPr id="3082" name="타원 3081">
                <a:extLst>
                  <a:ext uri="{FF2B5EF4-FFF2-40B4-BE49-F238E27FC236}">
                    <a16:creationId xmlns:a16="http://schemas.microsoft.com/office/drawing/2014/main" id="{F87E7A28-EB53-7329-FBEE-002E4DFDB5E8}"/>
                  </a:ext>
                </a:extLst>
              </p:cNvPr>
              <p:cNvSpPr/>
              <p:nvPr/>
            </p:nvSpPr>
            <p:spPr>
              <a:xfrm>
                <a:off x="8090953" y="10740716"/>
                <a:ext cx="2362432" cy="236243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pic>
            <p:nvPicPr>
              <p:cNvPr id="3083" name="그림 3082">
                <a:extLst>
                  <a:ext uri="{FF2B5EF4-FFF2-40B4-BE49-F238E27FC236}">
                    <a16:creationId xmlns:a16="http://schemas.microsoft.com/office/drawing/2014/main" id="{C6C4E536-7018-D663-4FF4-8F2A610414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lum bright="70000" contrast="-70000"/>
              </a:blip>
              <a:stretch>
                <a:fillRect/>
              </a:stretch>
            </p:blipFill>
            <p:spPr>
              <a:xfrm>
                <a:off x="8628121" y="11446790"/>
                <a:ext cx="1315274" cy="950283"/>
              </a:xfrm>
              <a:prstGeom prst="rect">
                <a:avLst/>
              </a:prstGeom>
            </p:spPr>
          </p:pic>
        </p:grpSp>
      </p:grpSp>
      <p:sp>
        <p:nvSpPr>
          <p:cNvPr id="3085" name="TextBox 3084">
            <a:extLst>
              <a:ext uri="{FF2B5EF4-FFF2-40B4-BE49-F238E27FC236}">
                <a16:creationId xmlns:a16="http://schemas.microsoft.com/office/drawing/2014/main" id="{BDBE70C3-9B50-C4EA-70B9-6F1B2E0D3DE8}"/>
              </a:ext>
            </a:extLst>
          </p:cNvPr>
          <p:cNvSpPr txBox="1"/>
          <p:nvPr/>
        </p:nvSpPr>
        <p:spPr>
          <a:xfrm>
            <a:off x="8630057" y="7910484"/>
            <a:ext cx="6432144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 카드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??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이런식으로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구성해줘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정확히 이렇게 디자인을 해줘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b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회색 테두리 약간에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썸네일 사진이 왼쪽에 정사각형으로 붙는데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정사각형 사진이 아니더라도 정사각형으로 잘라서 가져오기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 사진 안에는 왼쪽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윗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부분에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재료매칭률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99%’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와 같이 내가 갖고 있는 재료가 얼마정도 매칭되는 레시피인지 알려주는 문구가 뜨고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썸내일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오른쪽하단에는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완료하기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버튼을 넣었어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저거는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완료하기버튼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en-US" altLang="ko-KR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png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b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공유하기버튼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en-US" altLang="ko-KR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png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</a:p>
          <a:p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"C:\Users\user\Desktop\RefrigeratorCode\frontend\src\assets\</a:t>
            </a:r>
            <a:r>
              <a:rPr lang="ko-KR" altLang="en-US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기록하기버튼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en-US" altLang="ko-KR" sz="13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png</a:t>
            </a:r>
            <a:r>
              <a:rPr lang="en-US" altLang="ko-KR" sz="13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이렇게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세개를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일단 넣어줘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일단 그리고 공유하기 버튼을 누르면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지금처럼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URL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복사까지만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하는쪽으로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하자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b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b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오른쪽 게시글 내용에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대한것은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…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상단에는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title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있는데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두줄로 넘어가지 않게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너무 길면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…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 중략을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하도록하고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맨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오른쪾엔느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아이디랑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게시글 게시날짜가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적혀있어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아래에는 본문내용이 일부 한두줄만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적혀있고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근데 그 본문 내용은 스크롤을 내려서 볼 수 있는 형태야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그 아래는 내가 지금 갖고 있는 재료와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아닌 재료들을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나타낸건데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… </a:t>
            </a:r>
          </a:p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먼저 해당 레시피에서 내가 갖고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있찌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않은 재료를 가장 왼쪽에 노출해 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(ex.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흰생에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가까운 회색 도형에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하얀글씨로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표현해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b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있는 재료는 검정색에 가까운 회색 박스에 흰색 글씨색으로 표현해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맨 아래에는 대체가능 재료를 나타내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b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b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본문이나 제목을 선택하면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레시피의 </a:t>
            </a:r>
            <a:r>
              <a:rPr lang="en-US" altLang="ko-KR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url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 직접 이동하면서 해당 레시피의 자세한 글을 볼 수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있도록하는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형식이야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endParaRPr lang="en-US" altLang="ko-KR" sz="13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86" name="사각형: 둥근 모서리 3085">
            <a:extLst>
              <a:ext uri="{FF2B5EF4-FFF2-40B4-BE49-F238E27FC236}">
                <a16:creationId xmlns:a16="http://schemas.microsoft.com/office/drawing/2014/main" id="{D7A75D86-3724-FCA5-DB78-452EB91025B0}"/>
              </a:ext>
            </a:extLst>
          </p:cNvPr>
          <p:cNvSpPr/>
          <p:nvPr/>
        </p:nvSpPr>
        <p:spPr>
          <a:xfrm>
            <a:off x="8695419" y="12915901"/>
            <a:ext cx="4772931" cy="2238374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pic>
        <p:nvPicPr>
          <p:cNvPr id="3087" name="그림 3086">
            <a:extLst>
              <a:ext uri="{FF2B5EF4-FFF2-40B4-BE49-F238E27FC236}">
                <a16:creationId xmlns:a16="http://schemas.microsoft.com/office/drawing/2014/main" id="{E41DE6B2-0848-51BB-C4E6-0D612C5E6D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57" b="4397"/>
          <a:stretch/>
        </p:blipFill>
        <p:spPr>
          <a:xfrm>
            <a:off x="8880019" y="13318419"/>
            <a:ext cx="1581612" cy="1721556"/>
          </a:xfrm>
          <a:prstGeom prst="rect">
            <a:avLst/>
          </a:prstGeom>
        </p:spPr>
      </p:pic>
      <p:sp>
        <p:nvSpPr>
          <p:cNvPr id="3088" name="TextBox 3087">
            <a:extLst>
              <a:ext uri="{FF2B5EF4-FFF2-40B4-BE49-F238E27FC236}">
                <a16:creationId xmlns:a16="http://schemas.microsoft.com/office/drawing/2014/main" id="{76E4B232-D1F1-FC81-ADF7-9872E2C8D430}"/>
              </a:ext>
            </a:extLst>
          </p:cNvPr>
          <p:cNvSpPr txBox="1"/>
          <p:nvPr/>
        </p:nvSpPr>
        <p:spPr>
          <a:xfrm>
            <a:off x="8796553" y="12987373"/>
            <a:ext cx="37810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만드는법이에요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맛있겠죠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~</a:t>
            </a:r>
          </a:p>
        </p:txBody>
      </p:sp>
      <p:pic>
        <p:nvPicPr>
          <p:cNvPr id="308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71314EC4-85F6-FBEB-1DFE-D8853338F6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2386249" y="13063626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0" name="사각형: 둥근 모서리 3089">
            <a:extLst>
              <a:ext uri="{FF2B5EF4-FFF2-40B4-BE49-F238E27FC236}">
                <a16:creationId xmlns:a16="http://schemas.microsoft.com/office/drawing/2014/main" id="{7B10132D-BE4C-6D76-08AA-CD295394F5DC}"/>
              </a:ext>
            </a:extLst>
          </p:cNvPr>
          <p:cNvSpPr/>
          <p:nvPr/>
        </p:nvSpPr>
        <p:spPr>
          <a:xfrm>
            <a:off x="8870537" y="13311672"/>
            <a:ext cx="1174981" cy="204402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99%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91" name="TextBox 3090">
            <a:extLst>
              <a:ext uri="{FF2B5EF4-FFF2-40B4-BE49-F238E27FC236}">
                <a16:creationId xmlns:a16="http://schemas.microsoft.com/office/drawing/2014/main" id="{E01F8E86-E784-F7DC-9BDC-8BFEBBC62EEE}"/>
              </a:ext>
            </a:extLst>
          </p:cNvPr>
          <p:cNvSpPr txBox="1"/>
          <p:nvPr/>
        </p:nvSpPr>
        <p:spPr>
          <a:xfrm>
            <a:off x="12468153" y="12995427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25-03-08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3092" name="TextBox 3091">
            <a:extLst>
              <a:ext uri="{FF2B5EF4-FFF2-40B4-BE49-F238E27FC236}">
                <a16:creationId xmlns:a16="http://schemas.microsoft.com/office/drawing/2014/main" id="{0EFE32F2-76D7-F793-C347-7430B98D0364}"/>
              </a:ext>
            </a:extLst>
          </p:cNvPr>
          <p:cNvSpPr txBox="1"/>
          <p:nvPr/>
        </p:nvSpPr>
        <p:spPr>
          <a:xfrm>
            <a:off x="10570161" y="13414920"/>
            <a:ext cx="24028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8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</a:t>
            </a:r>
          </a:p>
        </p:txBody>
      </p:sp>
      <p:sp>
        <p:nvSpPr>
          <p:cNvPr id="3093" name="사각형: 둥근 모서리 3092">
            <a:extLst>
              <a:ext uri="{FF2B5EF4-FFF2-40B4-BE49-F238E27FC236}">
                <a16:creationId xmlns:a16="http://schemas.microsoft.com/office/drawing/2014/main" id="{8A414624-0442-6593-0DF6-28A9F2736723}"/>
              </a:ext>
            </a:extLst>
          </p:cNvPr>
          <p:cNvSpPr/>
          <p:nvPr/>
        </p:nvSpPr>
        <p:spPr>
          <a:xfrm>
            <a:off x="11196294" y="1425753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3094" name="사각형: 둥근 모서리 3093">
            <a:extLst>
              <a:ext uri="{FF2B5EF4-FFF2-40B4-BE49-F238E27FC236}">
                <a16:creationId xmlns:a16="http://schemas.microsoft.com/office/drawing/2014/main" id="{25C87C54-05CC-BC34-B0D9-78C8A54F9066}"/>
              </a:ext>
            </a:extLst>
          </p:cNvPr>
          <p:cNvSpPr/>
          <p:nvPr/>
        </p:nvSpPr>
        <p:spPr>
          <a:xfrm>
            <a:off x="11698643" y="1425753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3095" name="사각형: 둥근 모서리 3094">
            <a:extLst>
              <a:ext uri="{FF2B5EF4-FFF2-40B4-BE49-F238E27FC236}">
                <a16:creationId xmlns:a16="http://schemas.microsoft.com/office/drawing/2014/main" id="{7E7504EC-F818-CC36-F992-5C09782D6D4A}"/>
              </a:ext>
            </a:extLst>
          </p:cNvPr>
          <p:cNvSpPr/>
          <p:nvPr/>
        </p:nvSpPr>
        <p:spPr>
          <a:xfrm>
            <a:off x="12200993" y="1425753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통깨</a:t>
            </a:r>
          </a:p>
        </p:txBody>
      </p:sp>
      <p:sp>
        <p:nvSpPr>
          <p:cNvPr id="3096" name="사각형: 둥근 모서리 3095">
            <a:extLst>
              <a:ext uri="{FF2B5EF4-FFF2-40B4-BE49-F238E27FC236}">
                <a16:creationId xmlns:a16="http://schemas.microsoft.com/office/drawing/2014/main" id="{4166B84E-0B42-61B0-AE4A-1667523BE712}"/>
              </a:ext>
            </a:extLst>
          </p:cNvPr>
          <p:cNvSpPr/>
          <p:nvPr/>
        </p:nvSpPr>
        <p:spPr>
          <a:xfrm>
            <a:off x="12703342" y="1425753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3097" name="사각형: 둥근 모서리 3096">
            <a:extLst>
              <a:ext uri="{FF2B5EF4-FFF2-40B4-BE49-F238E27FC236}">
                <a16:creationId xmlns:a16="http://schemas.microsoft.com/office/drawing/2014/main" id="{743905D6-C736-B600-E682-BB37D9D4162E}"/>
              </a:ext>
            </a:extLst>
          </p:cNvPr>
          <p:cNvSpPr/>
          <p:nvPr/>
        </p:nvSpPr>
        <p:spPr>
          <a:xfrm>
            <a:off x="12205567" y="1453375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3098" name="사각형: 둥근 모서리 3097">
            <a:extLst>
              <a:ext uri="{FF2B5EF4-FFF2-40B4-BE49-F238E27FC236}">
                <a16:creationId xmlns:a16="http://schemas.microsoft.com/office/drawing/2014/main" id="{E936EABD-6333-4F99-0D23-B44368B77526}"/>
              </a:ext>
            </a:extLst>
          </p:cNvPr>
          <p:cNvSpPr/>
          <p:nvPr/>
        </p:nvSpPr>
        <p:spPr>
          <a:xfrm>
            <a:off x="12707916" y="1453375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올리고당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99" name="사각형: 둥근 모서리 3098">
            <a:extLst>
              <a:ext uri="{FF2B5EF4-FFF2-40B4-BE49-F238E27FC236}">
                <a16:creationId xmlns:a16="http://schemas.microsoft.com/office/drawing/2014/main" id="{AD546016-7F86-9AED-7505-A4010B01923E}"/>
              </a:ext>
            </a:extLst>
          </p:cNvPr>
          <p:cNvSpPr/>
          <p:nvPr/>
        </p:nvSpPr>
        <p:spPr>
          <a:xfrm>
            <a:off x="10658900" y="1425753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3100" name="TextBox 3099">
            <a:extLst>
              <a:ext uri="{FF2B5EF4-FFF2-40B4-BE49-F238E27FC236}">
                <a16:creationId xmlns:a16="http://schemas.microsoft.com/office/drawing/2014/main" id="{9F44B430-3468-C4EF-03B2-772208CA1024}"/>
              </a:ext>
            </a:extLst>
          </p:cNvPr>
          <p:cNvSpPr txBox="1"/>
          <p:nvPr/>
        </p:nvSpPr>
        <p:spPr>
          <a:xfrm>
            <a:off x="13182427" y="14484952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3101" name="그림 3100">
            <a:extLst>
              <a:ext uri="{FF2B5EF4-FFF2-40B4-BE49-F238E27FC236}">
                <a16:creationId xmlns:a16="http://schemas.microsoft.com/office/drawing/2014/main" id="{BE3F2A16-AF2A-BF4C-E7A4-F01ED51E6A2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13104102" y="13442727"/>
            <a:ext cx="116844" cy="547211"/>
          </a:xfrm>
          <a:prstGeom prst="rect">
            <a:avLst/>
          </a:prstGeom>
        </p:spPr>
      </p:pic>
      <p:sp>
        <p:nvSpPr>
          <p:cNvPr id="3102" name="사각형: 둥근 모서리 3101">
            <a:extLst>
              <a:ext uri="{FF2B5EF4-FFF2-40B4-BE49-F238E27FC236}">
                <a16:creationId xmlns:a16="http://schemas.microsoft.com/office/drawing/2014/main" id="{16D9049C-F303-7440-352F-1256A6622B53}"/>
              </a:ext>
            </a:extLst>
          </p:cNvPr>
          <p:cNvSpPr/>
          <p:nvPr/>
        </p:nvSpPr>
        <p:spPr>
          <a:xfrm>
            <a:off x="10662354" y="14814343"/>
            <a:ext cx="1339145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3103" name="그룹 3102">
            <a:extLst>
              <a:ext uri="{FF2B5EF4-FFF2-40B4-BE49-F238E27FC236}">
                <a16:creationId xmlns:a16="http://schemas.microsoft.com/office/drawing/2014/main" id="{BEC69B83-970B-13C3-5C78-2186140D8AAE}"/>
              </a:ext>
            </a:extLst>
          </p:cNvPr>
          <p:cNvGrpSpPr/>
          <p:nvPr/>
        </p:nvGrpSpPr>
        <p:grpSpPr>
          <a:xfrm>
            <a:off x="9149380" y="14505358"/>
            <a:ext cx="1271009" cy="515695"/>
            <a:chOff x="10175931" y="12024515"/>
            <a:chExt cx="8515855" cy="3455198"/>
          </a:xfrm>
        </p:grpSpPr>
        <p:sp>
          <p:nvSpPr>
            <p:cNvPr id="3104" name="직사각형 3103">
              <a:extLst>
                <a:ext uri="{FF2B5EF4-FFF2-40B4-BE49-F238E27FC236}">
                  <a16:creationId xmlns:a16="http://schemas.microsoft.com/office/drawing/2014/main" id="{44025D98-5338-B8A6-F45B-A50EC3B6EA50}"/>
                </a:ext>
              </a:extLst>
            </p:cNvPr>
            <p:cNvSpPr/>
            <p:nvPr/>
          </p:nvSpPr>
          <p:spPr>
            <a:xfrm>
              <a:off x="10175931" y="12024515"/>
              <a:ext cx="3455202" cy="34551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05" name="그룹 3104">
              <a:extLst>
                <a:ext uri="{FF2B5EF4-FFF2-40B4-BE49-F238E27FC236}">
                  <a16:creationId xmlns:a16="http://schemas.microsoft.com/office/drawing/2014/main" id="{5DF295DE-3560-DC77-6E09-3C2C10C19F3B}"/>
                </a:ext>
              </a:extLst>
            </p:cNvPr>
            <p:cNvGrpSpPr/>
            <p:nvPr/>
          </p:nvGrpSpPr>
          <p:grpSpPr>
            <a:xfrm>
              <a:off x="13570080" y="12645870"/>
              <a:ext cx="2362432" cy="2362432"/>
              <a:chOff x="10939951" y="10740716"/>
              <a:chExt cx="2362432" cy="2362432"/>
            </a:xfrm>
          </p:grpSpPr>
          <p:sp>
            <p:nvSpPr>
              <p:cNvPr id="3114" name="타원 3113">
                <a:extLst>
                  <a:ext uri="{FF2B5EF4-FFF2-40B4-BE49-F238E27FC236}">
                    <a16:creationId xmlns:a16="http://schemas.microsoft.com/office/drawing/2014/main" id="{42028E29-91DC-AE5D-EB1A-7EC5CC639934}"/>
                  </a:ext>
                </a:extLst>
              </p:cNvPr>
              <p:cNvSpPr/>
              <p:nvPr/>
            </p:nvSpPr>
            <p:spPr>
              <a:xfrm>
                <a:off x="10939951" y="10740716"/>
                <a:ext cx="2362432" cy="236243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grpSp>
            <p:nvGrpSpPr>
              <p:cNvPr id="3115" name="그룹 3114">
                <a:extLst>
                  <a:ext uri="{FF2B5EF4-FFF2-40B4-BE49-F238E27FC236}">
                    <a16:creationId xmlns:a16="http://schemas.microsoft.com/office/drawing/2014/main" id="{0306E9D6-83C7-8C7C-C688-B19AB0C4D27A}"/>
                  </a:ext>
                </a:extLst>
              </p:cNvPr>
              <p:cNvGrpSpPr/>
              <p:nvPr/>
            </p:nvGrpSpPr>
            <p:grpSpPr>
              <a:xfrm>
                <a:off x="10969650" y="10961688"/>
                <a:ext cx="2035085" cy="1962191"/>
                <a:chOff x="11170033" y="2523665"/>
                <a:chExt cx="2035085" cy="1962191"/>
              </a:xfrm>
              <a:noFill/>
            </p:grpSpPr>
            <p:sp>
              <p:nvSpPr>
                <p:cNvPr id="3116" name="직사각형 3115">
                  <a:extLst>
                    <a:ext uri="{FF2B5EF4-FFF2-40B4-BE49-F238E27FC236}">
                      <a16:creationId xmlns:a16="http://schemas.microsoft.com/office/drawing/2014/main" id="{F4357B9B-335E-AC68-870E-B0B3AC6FF10E}"/>
                    </a:ext>
                  </a:extLst>
                </p:cNvPr>
                <p:cNvSpPr/>
                <p:nvPr/>
              </p:nvSpPr>
              <p:spPr>
                <a:xfrm>
                  <a:off x="11170033" y="2523665"/>
                  <a:ext cx="1920487" cy="192048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117" name="Picture 10" descr="인스 타 그램 패키지 아이콘 - Pixabay의 무료 벡터 그래픽">
                  <a:extLst>
                    <a:ext uri="{FF2B5EF4-FFF2-40B4-BE49-F238E27FC236}">
                      <a16:creationId xmlns:a16="http://schemas.microsoft.com/office/drawing/2014/main" id="{BC81AA05-626A-B311-0216-57724D4CA56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8">
                  <a:biLevel thresh="25000"/>
                  <a:extLst>
                    <a:ext uri="{BEBA8EAE-BF5A-486C-A8C5-ECC9F3942E4B}">
                      <a14:imgProps xmlns:a14="http://schemas.microsoft.com/office/drawing/2010/main">
                        <a14:imgLayer r:embed="rId19"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7871" t="18380" r="51318" b="61373"/>
                <a:stretch/>
              </p:blipFill>
              <p:spPr bwMode="auto">
                <a:xfrm>
                  <a:off x="11476082" y="2866625"/>
                  <a:ext cx="1729036" cy="1619231"/>
                </a:xfrm>
                <a:prstGeom prst="rect">
                  <a:avLst/>
                </a:prstGeom>
                <a:grpFill/>
              </p:spPr>
            </p:pic>
          </p:grpSp>
        </p:grpSp>
        <p:grpSp>
          <p:nvGrpSpPr>
            <p:cNvPr id="3106" name="그룹 3105">
              <a:extLst>
                <a:ext uri="{FF2B5EF4-FFF2-40B4-BE49-F238E27FC236}">
                  <a16:creationId xmlns:a16="http://schemas.microsoft.com/office/drawing/2014/main" id="{10DB21F2-F113-6909-12D0-F2CC3D43A491}"/>
                </a:ext>
              </a:extLst>
            </p:cNvPr>
            <p:cNvGrpSpPr/>
            <p:nvPr/>
          </p:nvGrpSpPr>
          <p:grpSpPr>
            <a:xfrm>
              <a:off x="16329354" y="12645870"/>
              <a:ext cx="2362432" cy="2362432"/>
              <a:chOff x="13699225" y="10740716"/>
              <a:chExt cx="2362432" cy="2362432"/>
            </a:xfrm>
          </p:grpSpPr>
          <p:sp>
            <p:nvSpPr>
              <p:cNvPr id="3110" name="타원 3109">
                <a:extLst>
                  <a:ext uri="{FF2B5EF4-FFF2-40B4-BE49-F238E27FC236}">
                    <a16:creationId xmlns:a16="http://schemas.microsoft.com/office/drawing/2014/main" id="{BA7F4341-08CE-1F57-CB40-020E955C0248}"/>
                  </a:ext>
                </a:extLst>
              </p:cNvPr>
              <p:cNvSpPr/>
              <p:nvPr/>
            </p:nvSpPr>
            <p:spPr>
              <a:xfrm>
                <a:off x="13699225" y="10740716"/>
                <a:ext cx="2362432" cy="236243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grpSp>
            <p:nvGrpSpPr>
              <p:cNvPr id="3111" name="그룹 3110">
                <a:extLst>
                  <a:ext uri="{FF2B5EF4-FFF2-40B4-BE49-F238E27FC236}">
                    <a16:creationId xmlns:a16="http://schemas.microsoft.com/office/drawing/2014/main" id="{416C47B4-10A6-936C-98C5-13BA65A635C8}"/>
                  </a:ext>
                </a:extLst>
              </p:cNvPr>
              <p:cNvGrpSpPr/>
              <p:nvPr/>
            </p:nvGrpSpPr>
            <p:grpSpPr>
              <a:xfrm>
                <a:off x="13950496" y="10949378"/>
                <a:ext cx="1920487" cy="1920487"/>
                <a:chOff x="11170033" y="2523665"/>
                <a:chExt cx="1920487" cy="1920487"/>
              </a:xfrm>
              <a:noFill/>
            </p:grpSpPr>
            <p:sp>
              <p:nvSpPr>
                <p:cNvPr id="3112" name="직사각형 3111">
                  <a:extLst>
                    <a:ext uri="{FF2B5EF4-FFF2-40B4-BE49-F238E27FC236}">
                      <a16:creationId xmlns:a16="http://schemas.microsoft.com/office/drawing/2014/main" id="{CC5D9AB6-C46A-85EB-E5CC-FC88C293BD60}"/>
                    </a:ext>
                  </a:extLst>
                </p:cNvPr>
                <p:cNvSpPr/>
                <p:nvPr/>
              </p:nvSpPr>
              <p:spPr>
                <a:xfrm>
                  <a:off x="11170033" y="2523665"/>
                  <a:ext cx="1920487" cy="192048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113" name="Picture 10" descr="인스 타 그램 패키지 아이콘 - Pixabay의 무료 벡터 그래픽">
                  <a:extLst>
                    <a:ext uri="{FF2B5EF4-FFF2-40B4-BE49-F238E27FC236}">
                      <a16:creationId xmlns:a16="http://schemas.microsoft.com/office/drawing/2014/main" id="{E87964EE-646B-DAFA-7D19-A61FA6D554D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8">
                  <a:biLevel thresh="25000"/>
                  <a:extLst>
                    <a:ext uri="{BEBA8EAE-BF5A-486C-A8C5-ECC9F3942E4B}">
                      <a14:imgProps xmlns:a14="http://schemas.microsoft.com/office/drawing/2010/main">
                        <a14:imgLayer r:embed="rId19"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534" t="18380" r="38473" b="61373"/>
                <a:stretch/>
              </p:blipFill>
              <p:spPr bwMode="auto">
                <a:xfrm>
                  <a:off x="11323980" y="2717853"/>
                  <a:ext cx="1598243" cy="1619231"/>
                </a:xfrm>
                <a:prstGeom prst="rect">
                  <a:avLst/>
                </a:prstGeom>
                <a:grpFill/>
              </p:spPr>
            </p:pic>
          </p:grpSp>
        </p:grpSp>
        <p:grpSp>
          <p:nvGrpSpPr>
            <p:cNvPr id="3107" name="그룹 3106">
              <a:extLst>
                <a:ext uri="{FF2B5EF4-FFF2-40B4-BE49-F238E27FC236}">
                  <a16:creationId xmlns:a16="http://schemas.microsoft.com/office/drawing/2014/main" id="{68DB82FE-1FCD-C392-865A-EC648001ECA0}"/>
                </a:ext>
              </a:extLst>
            </p:cNvPr>
            <p:cNvGrpSpPr/>
            <p:nvPr/>
          </p:nvGrpSpPr>
          <p:grpSpPr>
            <a:xfrm>
              <a:off x="10721082" y="12645870"/>
              <a:ext cx="2362432" cy="2362432"/>
              <a:chOff x="8090953" y="10740716"/>
              <a:chExt cx="2362432" cy="2362432"/>
            </a:xfrm>
          </p:grpSpPr>
          <p:sp>
            <p:nvSpPr>
              <p:cNvPr id="3108" name="타원 3107">
                <a:extLst>
                  <a:ext uri="{FF2B5EF4-FFF2-40B4-BE49-F238E27FC236}">
                    <a16:creationId xmlns:a16="http://schemas.microsoft.com/office/drawing/2014/main" id="{6B07EE6A-D633-760A-6EC2-2BC1C55E9EB6}"/>
                  </a:ext>
                </a:extLst>
              </p:cNvPr>
              <p:cNvSpPr/>
              <p:nvPr/>
            </p:nvSpPr>
            <p:spPr>
              <a:xfrm>
                <a:off x="8090953" y="10740716"/>
                <a:ext cx="2362432" cy="236243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pic>
            <p:nvPicPr>
              <p:cNvPr id="3109" name="그림 3108">
                <a:extLst>
                  <a:ext uri="{FF2B5EF4-FFF2-40B4-BE49-F238E27FC236}">
                    <a16:creationId xmlns:a16="http://schemas.microsoft.com/office/drawing/2014/main" id="{1CA687C5-4782-4337-529C-80F16D85A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lum bright="70000" contrast="-70000"/>
              </a:blip>
              <a:stretch>
                <a:fillRect/>
              </a:stretch>
            </p:blipFill>
            <p:spPr>
              <a:xfrm>
                <a:off x="8628121" y="11446790"/>
                <a:ext cx="1315274" cy="950283"/>
              </a:xfrm>
              <a:prstGeom prst="rect">
                <a:avLst/>
              </a:prstGeom>
            </p:spPr>
          </p:pic>
        </p:grpSp>
      </p:grpSp>
      <p:sp>
        <p:nvSpPr>
          <p:cNvPr id="3120" name="사각형: 둥근 모서리 3119">
            <a:extLst>
              <a:ext uri="{FF2B5EF4-FFF2-40B4-BE49-F238E27FC236}">
                <a16:creationId xmlns:a16="http://schemas.microsoft.com/office/drawing/2014/main" id="{73BAE288-A05F-21ED-DC62-B48D773B0BFD}"/>
              </a:ext>
            </a:extLst>
          </p:cNvPr>
          <p:cNvSpPr/>
          <p:nvPr/>
        </p:nvSpPr>
        <p:spPr>
          <a:xfrm>
            <a:off x="11196294" y="1451470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양배추</a:t>
            </a:r>
          </a:p>
        </p:txBody>
      </p:sp>
      <p:sp>
        <p:nvSpPr>
          <p:cNvPr id="3121" name="사각형: 둥근 모서리 3120">
            <a:extLst>
              <a:ext uri="{FF2B5EF4-FFF2-40B4-BE49-F238E27FC236}">
                <a16:creationId xmlns:a16="http://schemas.microsoft.com/office/drawing/2014/main" id="{B32A07A0-9396-B1C5-BA15-C24D614CEDD2}"/>
              </a:ext>
            </a:extLst>
          </p:cNvPr>
          <p:cNvSpPr/>
          <p:nvPr/>
        </p:nvSpPr>
        <p:spPr>
          <a:xfrm>
            <a:off x="11698643" y="1451470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참깨</a:t>
            </a:r>
          </a:p>
        </p:txBody>
      </p:sp>
      <p:sp>
        <p:nvSpPr>
          <p:cNvPr id="3122" name="사각형: 둥근 모서리 3121">
            <a:extLst>
              <a:ext uri="{FF2B5EF4-FFF2-40B4-BE49-F238E27FC236}">
                <a16:creationId xmlns:a16="http://schemas.microsoft.com/office/drawing/2014/main" id="{9E4AB77B-F6ED-DA3A-3F45-DD612C1E2EE1}"/>
              </a:ext>
            </a:extLst>
          </p:cNvPr>
          <p:cNvSpPr/>
          <p:nvPr/>
        </p:nvSpPr>
        <p:spPr>
          <a:xfrm>
            <a:off x="10658900" y="1451470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마늘</a:t>
            </a:r>
          </a:p>
        </p:txBody>
      </p:sp>
      <p:pic>
        <p:nvPicPr>
          <p:cNvPr id="3124" name="그림 3123">
            <a:extLst>
              <a:ext uri="{FF2B5EF4-FFF2-40B4-BE49-F238E27FC236}">
                <a16:creationId xmlns:a16="http://schemas.microsoft.com/office/drawing/2014/main" id="{0B3B0742-AC9F-F642-D84F-183B2C0C151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4927304" y="786605"/>
            <a:ext cx="3600450" cy="7734300"/>
          </a:xfrm>
          <a:prstGeom prst="rect">
            <a:avLst/>
          </a:prstGeom>
        </p:spPr>
      </p:pic>
      <p:sp>
        <p:nvSpPr>
          <p:cNvPr id="3126" name="직사각형 3125">
            <a:extLst>
              <a:ext uri="{FF2B5EF4-FFF2-40B4-BE49-F238E27FC236}">
                <a16:creationId xmlns:a16="http://schemas.microsoft.com/office/drawing/2014/main" id="{93F9E5C6-D321-86DC-5219-DE755CF347A6}"/>
              </a:ext>
            </a:extLst>
          </p:cNvPr>
          <p:cNvSpPr/>
          <p:nvPr/>
        </p:nvSpPr>
        <p:spPr>
          <a:xfrm>
            <a:off x="-3133594" y="2964554"/>
            <a:ext cx="1489112" cy="155407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28" name="사각형: 둥근 모서리 3127">
            <a:extLst>
              <a:ext uri="{FF2B5EF4-FFF2-40B4-BE49-F238E27FC236}">
                <a16:creationId xmlns:a16="http://schemas.microsoft.com/office/drawing/2014/main" id="{AB81BBEF-5A75-A268-7237-F75F9F4A951D}"/>
              </a:ext>
            </a:extLst>
          </p:cNvPr>
          <p:cNvSpPr/>
          <p:nvPr/>
        </p:nvSpPr>
        <p:spPr>
          <a:xfrm>
            <a:off x="-4065622" y="36172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3129" name="사각형: 둥근 모서리 3128">
            <a:extLst>
              <a:ext uri="{FF2B5EF4-FFF2-40B4-BE49-F238E27FC236}">
                <a16:creationId xmlns:a16="http://schemas.microsoft.com/office/drawing/2014/main" id="{0D156F1F-7EBE-9F1A-9C26-2ED4DC4ADEAC}"/>
              </a:ext>
            </a:extLst>
          </p:cNvPr>
          <p:cNvSpPr/>
          <p:nvPr/>
        </p:nvSpPr>
        <p:spPr>
          <a:xfrm>
            <a:off x="-3563273" y="36172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3130" name="사각형: 둥근 모서리 3129">
            <a:extLst>
              <a:ext uri="{FF2B5EF4-FFF2-40B4-BE49-F238E27FC236}">
                <a16:creationId xmlns:a16="http://schemas.microsoft.com/office/drawing/2014/main" id="{A5BCFD7B-F904-0A87-4EF2-B4BC5B5295E2}"/>
              </a:ext>
            </a:extLst>
          </p:cNvPr>
          <p:cNvSpPr/>
          <p:nvPr/>
        </p:nvSpPr>
        <p:spPr>
          <a:xfrm>
            <a:off x="-3060923" y="36172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통깨</a:t>
            </a:r>
          </a:p>
        </p:txBody>
      </p:sp>
      <p:sp>
        <p:nvSpPr>
          <p:cNvPr id="3131" name="사각형: 둥근 모서리 3130">
            <a:extLst>
              <a:ext uri="{FF2B5EF4-FFF2-40B4-BE49-F238E27FC236}">
                <a16:creationId xmlns:a16="http://schemas.microsoft.com/office/drawing/2014/main" id="{BCEDC7F0-4DEB-4DFF-1BAD-DDBE8FCEADD6}"/>
              </a:ext>
            </a:extLst>
          </p:cNvPr>
          <p:cNvSpPr/>
          <p:nvPr/>
        </p:nvSpPr>
        <p:spPr>
          <a:xfrm>
            <a:off x="-2558574" y="36172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3132" name="사각형: 둥근 모서리 3131">
            <a:extLst>
              <a:ext uri="{FF2B5EF4-FFF2-40B4-BE49-F238E27FC236}">
                <a16:creationId xmlns:a16="http://schemas.microsoft.com/office/drawing/2014/main" id="{609F038D-BBDD-92B7-4501-14BD272DC4C0}"/>
              </a:ext>
            </a:extLst>
          </p:cNvPr>
          <p:cNvSpPr/>
          <p:nvPr/>
        </p:nvSpPr>
        <p:spPr>
          <a:xfrm>
            <a:off x="-3056349" y="389344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3133" name="사각형: 둥근 모서리 3132">
            <a:extLst>
              <a:ext uri="{FF2B5EF4-FFF2-40B4-BE49-F238E27FC236}">
                <a16:creationId xmlns:a16="http://schemas.microsoft.com/office/drawing/2014/main" id="{14FEF1B3-9AFE-31CD-797A-433953EB2564}"/>
              </a:ext>
            </a:extLst>
          </p:cNvPr>
          <p:cNvSpPr/>
          <p:nvPr/>
        </p:nvSpPr>
        <p:spPr>
          <a:xfrm>
            <a:off x="-2554000" y="389344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올리고당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34" name="사각형: 둥근 모서리 3133">
            <a:extLst>
              <a:ext uri="{FF2B5EF4-FFF2-40B4-BE49-F238E27FC236}">
                <a16:creationId xmlns:a16="http://schemas.microsoft.com/office/drawing/2014/main" id="{6F17EB61-CF17-3B01-997B-72C9E1FFA38F}"/>
              </a:ext>
            </a:extLst>
          </p:cNvPr>
          <p:cNvSpPr/>
          <p:nvPr/>
        </p:nvSpPr>
        <p:spPr>
          <a:xfrm>
            <a:off x="-4603016" y="36172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3135" name="TextBox 3134">
            <a:extLst>
              <a:ext uri="{FF2B5EF4-FFF2-40B4-BE49-F238E27FC236}">
                <a16:creationId xmlns:a16="http://schemas.microsoft.com/office/drawing/2014/main" id="{B11D1C48-C531-C594-42AC-F91B5CC471AE}"/>
              </a:ext>
            </a:extLst>
          </p:cNvPr>
          <p:cNvSpPr txBox="1"/>
          <p:nvPr/>
        </p:nvSpPr>
        <p:spPr>
          <a:xfrm>
            <a:off x="-2079489" y="3844637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sp>
        <p:nvSpPr>
          <p:cNvPr id="4224" name="사각형: 둥근 모서리 4223">
            <a:extLst>
              <a:ext uri="{FF2B5EF4-FFF2-40B4-BE49-F238E27FC236}">
                <a16:creationId xmlns:a16="http://schemas.microsoft.com/office/drawing/2014/main" id="{12E421F4-7AC1-06D2-A1EA-F15A001B3E58}"/>
              </a:ext>
            </a:extLst>
          </p:cNvPr>
          <p:cNvSpPr/>
          <p:nvPr/>
        </p:nvSpPr>
        <p:spPr>
          <a:xfrm>
            <a:off x="-4599562" y="4174028"/>
            <a:ext cx="1339145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25" name="사각형: 둥근 모서리 4224">
            <a:extLst>
              <a:ext uri="{FF2B5EF4-FFF2-40B4-BE49-F238E27FC236}">
                <a16:creationId xmlns:a16="http://schemas.microsoft.com/office/drawing/2014/main" id="{E1ED258E-59C5-B0BB-2A1C-32927E27F02B}"/>
              </a:ext>
            </a:extLst>
          </p:cNvPr>
          <p:cNvSpPr/>
          <p:nvPr/>
        </p:nvSpPr>
        <p:spPr>
          <a:xfrm>
            <a:off x="-4065622" y="387439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양배추</a:t>
            </a:r>
          </a:p>
        </p:txBody>
      </p:sp>
      <p:sp>
        <p:nvSpPr>
          <p:cNvPr id="4226" name="사각형: 둥근 모서리 4225">
            <a:extLst>
              <a:ext uri="{FF2B5EF4-FFF2-40B4-BE49-F238E27FC236}">
                <a16:creationId xmlns:a16="http://schemas.microsoft.com/office/drawing/2014/main" id="{C15F3FE3-8763-8816-E088-36145A122601}"/>
              </a:ext>
            </a:extLst>
          </p:cNvPr>
          <p:cNvSpPr/>
          <p:nvPr/>
        </p:nvSpPr>
        <p:spPr>
          <a:xfrm>
            <a:off x="-3563273" y="387439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참깨</a:t>
            </a:r>
          </a:p>
        </p:txBody>
      </p:sp>
      <p:sp>
        <p:nvSpPr>
          <p:cNvPr id="4227" name="사각형: 둥근 모서리 4226">
            <a:extLst>
              <a:ext uri="{FF2B5EF4-FFF2-40B4-BE49-F238E27FC236}">
                <a16:creationId xmlns:a16="http://schemas.microsoft.com/office/drawing/2014/main" id="{EC600359-C464-F9D6-4317-DD889B61553E}"/>
              </a:ext>
            </a:extLst>
          </p:cNvPr>
          <p:cNvSpPr/>
          <p:nvPr/>
        </p:nvSpPr>
        <p:spPr>
          <a:xfrm>
            <a:off x="-4603016" y="387439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마늘</a:t>
            </a:r>
          </a:p>
        </p:txBody>
      </p:sp>
      <p:pic>
        <p:nvPicPr>
          <p:cNvPr id="4228" name="그림 4227">
            <a:extLst>
              <a:ext uri="{FF2B5EF4-FFF2-40B4-BE49-F238E27FC236}">
                <a16:creationId xmlns:a16="http://schemas.microsoft.com/office/drawing/2014/main" id="{5095AB57-9716-CA0D-53DA-BE0B74A69D2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-1617721" y="2376255"/>
            <a:ext cx="116844" cy="547211"/>
          </a:xfrm>
          <a:prstGeom prst="rect">
            <a:avLst/>
          </a:prstGeom>
        </p:spPr>
      </p:pic>
      <p:pic>
        <p:nvPicPr>
          <p:cNvPr id="4229" name="그림 4228">
            <a:extLst>
              <a:ext uri="{FF2B5EF4-FFF2-40B4-BE49-F238E27FC236}">
                <a16:creationId xmlns:a16="http://schemas.microsoft.com/office/drawing/2014/main" id="{EFB5A851-9C95-55DF-414C-AD5FBA42CC1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920"/>
          <a:stretch/>
        </p:blipFill>
        <p:spPr>
          <a:xfrm flipH="1">
            <a:off x="-1598672" y="3605261"/>
            <a:ext cx="116844" cy="547211"/>
          </a:xfrm>
          <a:prstGeom prst="rect">
            <a:avLst/>
          </a:prstGeom>
        </p:spPr>
      </p:pic>
      <p:pic>
        <p:nvPicPr>
          <p:cNvPr id="4247" name="그림 4246">
            <a:extLst>
              <a:ext uri="{FF2B5EF4-FFF2-40B4-BE49-F238E27FC236}">
                <a16:creationId xmlns:a16="http://schemas.microsoft.com/office/drawing/2014/main" id="{03BE6734-5FC9-7096-1AC3-0AB3544C98EB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10913" b="48349"/>
          <a:stretch/>
        </p:blipFill>
        <p:spPr>
          <a:xfrm>
            <a:off x="-4911735" y="4836293"/>
            <a:ext cx="3596952" cy="3151656"/>
          </a:xfrm>
          <a:prstGeom prst="rect">
            <a:avLst/>
          </a:prstGeom>
        </p:spPr>
      </p:pic>
      <p:grpSp>
        <p:nvGrpSpPr>
          <p:cNvPr id="4271" name="그룹 4270">
            <a:extLst>
              <a:ext uri="{FF2B5EF4-FFF2-40B4-BE49-F238E27FC236}">
                <a16:creationId xmlns:a16="http://schemas.microsoft.com/office/drawing/2014/main" id="{D20A9A3D-C01E-A3EC-4F3E-F9164918EB90}"/>
              </a:ext>
            </a:extLst>
          </p:cNvPr>
          <p:cNvGrpSpPr/>
          <p:nvPr/>
        </p:nvGrpSpPr>
        <p:grpSpPr>
          <a:xfrm>
            <a:off x="33122052" y="1609157"/>
            <a:ext cx="3318826" cy="3318824"/>
            <a:chOff x="24514627" y="-18542520"/>
            <a:chExt cx="3318826" cy="3318824"/>
          </a:xfrm>
        </p:grpSpPr>
        <p:sp>
          <p:nvSpPr>
            <p:cNvPr id="4268" name="직사각형 4267">
              <a:extLst>
                <a:ext uri="{FF2B5EF4-FFF2-40B4-BE49-F238E27FC236}">
                  <a16:creationId xmlns:a16="http://schemas.microsoft.com/office/drawing/2014/main" id="{6FA01236-88F2-DF5F-05ED-FD77EE944904}"/>
                </a:ext>
              </a:extLst>
            </p:cNvPr>
            <p:cNvSpPr/>
            <p:nvPr/>
          </p:nvSpPr>
          <p:spPr>
            <a:xfrm>
              <a:off x="24514627" y="-18542520"/>
              <a:ext cx="3318826" cy="3318824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264" name="Picture 10" descr="인스 타 그램 패키지 아이콘 - Pixabay의 무료 벡터 그래픽">
              <a:extLst>
                <a:ext uri="{FF2B5EF4-FFF2-40B4-BE49-F238E27FC236}">
                  <a16:creationId xmlns:a16="http://schemas.microsoft.com/office/drawing/2014/main" id="{8AB23C2B-4AC0-22BF-2BEE-F3B10CBB9E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801" t="19985" r="39741" b="63627"/>
            <a:stretch/>
          </p:blipFill>
          <p:spPr bwMode="auto">
            <a:xfrm>
              <a:off x="24783530" y="-18425160"/>
              <a:ext cx="2811030" cy="308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255" name="직사각형 4254">
            <a:extLst>
              <a:ext uri="{FF2B5EF4-FFF2-40B4-BE49-F238E27FC236}">
                <a16:creationId xmlns:a16="http://schemas.microsoft.com/office/drawing/2014/main" id="{D7E0D454-BE68-B7C3-4E61-1C88B5AC0FFF}"/>
              </a:ext>
            </a:extLst>
          </p:cNvPr>
          <p:cNvSpPr/>
          <p:nvPr/>
        </p:nvSpPr>
        <p:spPr>
          <a:xfrm>
            <a:off x="17555027" y="1410826"/>
            <a:ext cx="3318826" cy="3318824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70" name="그룹 4269">
            <a:extLst>
              <a:ext uri="{FF2B5EF4-FFF2-40B4-BE49-F238E27FC236}">
                <a16:creationId xmlns:a16="http://schemas.microsoft.com/office/drawing/2014/main" id="{B9A0520B-505A-BA9F-5223-3C5A41BDE015}"/>
              </a:ext>
            </a:extLst>
          </p:cNvPr>
          <p:cNvGrpSpPr/>
          <p:nvPr/>
        </p:nvGrpSpPr>
        <p:grpSpPr>
          <a:xfrm>
            <a:off x="25490714" y="1449504"/>
            <a:ext cx="3318826" cy="3391058"/>
            <a:chOff x="20029714" y="-18559938"/>
            <a:chExt cx="3318826" cy="3391058"/>
          </a:xfrm>
        </p:grpSpPr>
        <p:pic>
          <p:nvPicPr>
            <p:cNvPr id="4261" name="Picture 10" descr="인스 타 그램 패키지 아이콘 - Pixabay의 무료 벡터 그래픽">
              <a:extLst>
                <a:ext uri="{FF2B5EF4-FFF2-40B4-BE49-F238E27FC236}">
                  <a16:creationId xmlns:a16="http://schemas.microsoft.com/office/drawing/2014/main" id="{EAF11901-A751-4922-8B75-51650A0E0F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770" t="19662" r="52243" b="63600"/>
            <a:stretch/>
          </p:blipFill>
          <p:spPr bwMode="auto">
            <a:xfrm>
              <a:off x="20035519" y="-18196560"/>
              <a:ext cx="3251201" cy="302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66" name="직사각형 4265">
              <a:extLst>
                <a:ext uri="{FF2B5EF4-FFF2-40B4-BE49-F238E27FC236}">
                  <a16:creationId xmlns:a16="http://schemas.microsoft.com/office/drawing/2014/main" id="{A7461C32-FADC-10B8-4D5D-8BB6BB3150FF}"/>
                </a:ext>
              </a:extLst>
            </p:cNvPr>
            <p:cNvSpPr/>
            <p:nvPr/>
          </p:nvSpPr>
          <p:spPr>
            <a:xfrm>
              <a:off x="20029714" y="-18559938"/>
              <a:ext cx="3318826" cy="3318824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273" name="그림 4272">
            <a:extLst>
              <a:ext uri="{FF2B5EF4-FFF2-40B4-BE49-F238E27FC236}">
                <a16:creationId xmlns:a16="http://schemas.microsoft.com/office/drawing/2014/main" id="{8D110460-97AF-2209-BE6C-B0A5387C58E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65834" y="325761"/>
            <a:ext cx="3543300" cy="2324100"/>
          </a:xfrm>
          <a:prstGeom prst="rect">
            <a:avLst/>
          </a:prstGeom>
        </p:spPr>
      </p:pic>
      <p:grpSp>
        <p:nvGrpSpPr>
          <p:cNvPr id="4276" name="그룹 4275">
            <a:extLst>
              <a:ext uri="{FF2B5EF4-FFF2-40B4-BE49-F238E27FC236}">
                <a16:creationId xmlns:a16="http://schemas.microsoft.com/office/drawing/2014/main" id="{82D09B73-1C71-4B5C-1E94-6D7D5B7A8B14}"/>
              </a:ext>
            </a:extLst>
          </p:cNvPr>
          <p:cNvGrpSpPr/>
          <p:nvPr/>
        </p:nvGrpSpPr>
        <p:grpSpPr>
          <a:xfrm>
            <a:off x="11520513" y="724047"/>
            <a:ext cx="582587" cy="184445"/>
            <a:chOff x="5113363" y="3451372"/>
            <a:chExt cx="763638" cy="241765"/>
          </a:xfrm>
        </p:grpSpPr>
        <p:pic>
          <p:nvPicPr>
            <p:cNvPr id="4274" name="Picture 10" descr="인스 타 그램 패키지 아이콘 - Pixabay의 무료 벡터 그래픽">
              <a:extLst>
                <a:ext uri="{FF2B5EF4-FFF2-40B4-BE49-F238E27FC236}">
                  <a16:creationId xmlns:a16="http://schemas.microsoft.com/office/drawing/2014/main" id="{452792F6-6F19-A611-ED16-A923C01033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871" t="18380" r="37064" b="61373"/>
            <a:stretch/>
          </p:blipFill>
          <p:spPr bwMode="auto">
            <a:xfrm>
              <a:off x="5364701" y="3476242"/>
              <a:ext cx="512300" cy="206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75" name="Picture 4" descr="확인하다 - 무료 ui개 아이콘">
              <a:extLst>
                <a:ext uri="{FF2B5EF4-FFF2-40B4-BE49-F238E27FC236}">
                  <a16:creationId xmlns:a16="http://schemas.microsoft.com/office/drawing/2014/main" id="{F805714E-F151-1EF8-2B4F-C86A4DA609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3363" y="3451372"/>
              <a:ext cx="241765" cy="241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298" name="그룹 4297">
            <a:extLst>
              <a:ext uri="{FF2B5EF4-FFF2-40B4-BE49-F238E27FC236}">
                <a16:creationId xmlns:a16="http://schemas.microsoft.com/office/drawing/2014/main" id="{7F0ACAC4-7775-B0A8-9B04-DDEE40A5FD2A}"/>
              </a:ext>
            </a:extLst>
          </p:cNvPr>
          <p:cNvGrpSpPr/>
          <p:nvPr/>
        </p:nvGrpSpPr>
        <p:grpSpPr>
          <a:xfrm>
            <a:off x="29340627" y="-11582920"/>
            <a:ext cx="3318826" cy="3318824"/>
            <a:chOff x="24514627" y="-18542520"/>
            <a:chExt cx="3318826" cy="3318824"/>
          </a:xfrm>
        </p:grpSpPr>
        <p:sp>
          <p:nvSpPr>
            <p:cNvPr id="4299" name="직사각형 4298">
              <a:extLst>
                <a:ext uri="{FF2B5EF4-FFF2-40B4-BE49-F238E27FC236}">
                  <a16:creationId xmlns:a16="http://schemas.microsoft.com/office/drawing/2014/main" id="{90C8A3D5-F33D-F98A-72B9-0D7845960564}"/>
                </a:ext>
              </a:extLst>
            </p:cNvPr>
            <p:cNvSpPr/>
            <p:nvPr/>
          </p:nvSpPr>
          <p:spPr>
            <a:xfrm>
              <a:off x="24514627" y="-18542520"/>
              <a:ext cx="3318826" cy="3318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300" name="Picture 10" descr="인스 타 그램 패키지 아이콘 - Pixabay의 무료 벡터 그래픽">
              <a:extLst>
                <a:ext uri="{FF2B5EF4-FFF2-40B4-BE49-F238E27FC236}">
                  <a16:creationId xmlns:a16="http://schemas.microsoft.com/office/drawing/2014/main" id="{8F87A297-C1E0-15B9-6DA7-ECFFD69C6C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801" t="19985" r="39741" b="63627"/>
            <a:stretch/>
          </p:blipFill>
          <p:spPr bwMode="auto">
            <a:xfrm>
              <a:off x="24783530" y="-18470880"/>
              <a:ext cx="2811030" cy="308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01" name="그룹 4300">
            <a:extLst>
              <a:ext uri="{FF2B5EF4-FFF2-40B4-BE49-F238E27FC236}">
                <a16:creationId xmlns:a16="http://schemas.microsoft.com/office/drawing/2014/main" id="{0FE41840-DA34-F53F-CF2F-8B810C7FCE20}"/>
              </a:ext>
            </a:extLst>
          </p:cNvPr>
          <p:cNvGrpSpPr/>
          <p:nvPr/>
        </p:nvGrpSpPr>
        <p:grpSpPr>
          <a:xfrm>
            <a:off x="13741400" y="-11593080"/>
            <a:ext cx="3322453" cy="3318824"/>
            <a:chOff x="13792200" y="-18552680"/>
            <a:chExt cx="3322453" cy="3318824"/>
          </a:xfrm>
        </p:grpSpPr>
        <p:sp>
          <p:nvSpPr>
            <p:cNvPr id="4302" name="직사각형 4301">
              <a:extLst>
                <a:ext uri="{FF2B5EF4-FFF2-40B4-BE49-F238E27FC236}">
                  <a16:creationId xmlns:a16="http://schemas.microsoft.com/office/drawing/2014/main" id="{6552E682-A3AE-56D9-B08F-EF4D4D14F9B9}"/>
                </a:ext>
              </a:extLst>
            </p:cNvPr>
            <p:cNvSpPr/>
            <p:nvPr/>
          </p:nvSpPr>
          <p:spPr>
            <a:xfrm>
              <a:off x="13795827" y="-18552680"/>
              <a:ext cx="3318826" cy="3318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303" name="Picture 4" descr="확인하다 - 무료 ui개 아이콘">
              <a:extLst>
                <a:ext uri="{FF2B5EF4-FFF2-40B4-BE49-F238E27FC236}">
                  <a16:creationId xmlns:a16="http://schemas.microsoft.com/office/drawing/2014/main" id="{068FD7E5-E6C3-B08D-8698-482D01F3E6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5" t="8952" r="8974" b="9470"/>
            <a:stretch/>
          </p:blipFill>
          <p:spPr bwMode="auto">
            <a:xfrm>
              <a:off x="13792200" y="-18533835"/>
              <a:ext cx="3317240" cy="3289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04" name="그룹 4303">
            <a:extLst>
              <a:ext uri="{FF2B5EF4-FFF2-40B4-BE49-F238E27FC236}">
                <a16:creationId xmlns:a16="http://schemas.microsoft.com/office/drawing/2014/main" id="{E8BCC27B-85E7-9543-8103-2219BFFBE6B6}"/>
              </a:ext>
            </a:extLst>
          </p:cNvPr>
          <p:cNvGrpSpPr/>
          <p:nvPr/>
        </p:nvGrpSpPr>
        <p:grpSpPr>
          <a:xfrm>
            <a:off x="21604514" y="-11600338"/>
            <a:ext cx="3318826" cy="3318824"/>
            <a:chOff x="20029714" y="-18559938"/>
            <a:chExt cx="3318826" cy="3318824"/>
          </a:xfrm>
        </p:grpSpPr>
        <p:sp>
          <p:nvSpPr>
            <p:cNvPr id="4305" name="직사각형 4304">
              <a:extLst>
                <a:ext uri="{FF2B5EF4-FFF2-40B4-BE49-F238E27FC236}">
                  <a16:creationId xmlns:a16="http://schemas.microsoft.com/office/drawing/2014/main" id="{62395530-EE61-07BE-FEA9-C9F73BA945FB}"/>
                </a:ext>
              </a:extLst>
            </p:cNvPr>
            <p:cNvSpPr/>
            <p:nvPr/>
          </p:nvSpPr>
          <p:spPr>
            <a:xfrm>
              <a:off x="20029714" y="-18559938"/>
              <a:ext cx="3318826" cy="3318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306" name="Picture 10" descr="인스 타 그램 패키지 아이콘 - Pixabay의 무료 벡터 그래픽">
              <a:extLst>
                <a:ext uri="{FF2B5EF4-FFF2-40B4-BE49-F238E27FC236}">
                  <a16:creationId xmlns:a16="http://schemas.microsoft.com/office/drawing/2014/main" id="{2466DAFB-AED6-4013-437C-58F9EA6A80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770" t="19662" r="52243" b="63600"/>
            <a:stretch/>
          </p:blipFill>
          <p:spPr bwMode="auto">
            <a:xfrm>
              <a:off x="20035519" y="-18348960"/>
              <a:ext cx="3251201" cy="302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319" name="타원 4318">
            <a:extLst>
              <a:ext uri="{FF2B5EF4-FFF2-40B4-BE49-F238E27FC236}">
                <a16:creationId xmlns:a16="http://schemas.microsoft.com/office/drawing/2014/main" id="{816B2C91-AAE5-2CFF-751D-353FDC5BB7B9}"/>
              </a:ext>
            </a:extLst>
          </p:cNvPr>
          <p:cNvSpPr/>
          <p:nvPr/>
        </p:nvSpPr>
        <p:spPr>
          <a:xfrm>
            <a:off x="17664097" y="-2237257"/>
            <a:ext cx="3068842" cy="30688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323" name="그림 4322">
            <a:extLst>
              <a:ext uri="{FF2B5EF4-FFF2-40B4-BE49-F238E27FC236}">
                <a16:creationId xmlns:a16="http://schemas.microsoft.com/office/drawing/2014/main" id="{A4CFDD77-F577-35F6-8770-45991702B54E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50000"/>
          </a:blip>
          <a:stretch>
            <a:fillRect/>
          </a:stretch>
        </p:blipFill>
        <p:spPr>
          <a:xfrm>
            <a:off x="17551400" y="-2400129"/>
            <a:ext cx="3316511" cy="3286029"/>
          </a:xfrm>
          <a:prstGeom prst="rect">
            <a:avLst/>
          </a:prstGeom>
        </p:spPr>
      </p:pic>
      <p:sp>
        <p:nvSpPr>
          <p:cNvPr id="4352" name="직사각형 4351">
            <a:extLst>
              <a:ext uri="{FF2B5EF4-FFF2-40B4-BE49-F238E27FC236}">
                <a16:creationId xmlns:a16="http://schemas.microsoft.com/office/drawing/2014/main" id="{E5476020-6749-9FCE-F053-6DB573CE5645}"/>
              </a:ext>
            </a:extLst>
          </p:cNvPr>
          <p:cNvSpPr/>
          <p:nvPr/>
        </p:nvSpPr>
        <p:spPr>
          <a:xfrm>
            <a:off x="17551400" y="-2404424"/>
            <a:ext cx="3318826" cy="3318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58" name="그룹 4357">
            <a:extLst>
              <a:ext uri="{FF2B5EF4-FFF2-40B4-BE49-F238E27FC236}">
                <a16:creationId xmlns:a16="http://schemas.microsoft.com/office/drawing/2014/main" id="{E633C6D3-CB94-429B-F38F-5CF56830FB94}"/>
              </a:ext>
            </a:extLst>
          </p:cNvPr>
          <p:cNvGrpSpPr/>
          <p:nvPr/>
        </p:nvGrpSpPr>
        <p:grpSpPr>
          <a:xfrm>
            <a:off x="25424946" y="-2280145"/>
            <a:ext cx="3318826" cy="3318824"/>
            <a:chOff x="25424946" y="-2280145"/>
            <a:chExt cx="3318826" cy="3318824"/>
          </a:xfrm>
        </p:grpSpPr>
        <p:pic>
          <p:nvPicPr>
            <p:cNvPr id="4357" name="그림 4356">
              <a:extLst>
                <a:ext uri="{FF2B5EF4-FFF2-40B4-BE49-F238E27FC236}">
                  <a16:creationId xmlns:a16="http://schemas.microsoft.com/office/drawing/2014/main" id="{1E5562BB-11B1-3967-2758-4BE3ED148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546295" y="-1717312"/>
              <a:ext cx="3127519" cy="2676376"/>
            </a:xfrm>
            <a:prstGeom prst="rect">
              <a:avLst/>
            </a:prstGeom>
          </p:spPr>
        </p:pic>
        <p:pic>
          <p:nvPicPr>
            <p:cNvPr id="4338" name="그림 4337">
              <a:extLst>
                <a:ext uri="{FF2B5EF4-FFF2-40B4-BE49-F238E27FC236}">
                  <a16:creationId xmlns:a16="http://schemas.microsoft.com/office/drawing/2014/main" id="{601542A4-C258-0B6B-4FB3-9EAB857A2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biLevel thresh="75000"/>
            </a:blip>
            <a:srcRect l="1162" t="4655" b="1686"/>
            <a:stretch/>
          </p:blipFill>
          <p:spPr>
            <a:xfrm>
              <a:off x="25504508" y="-1800441"/>
              <a:ext cx="3211683" cy="2832100"/>
            </a:xfrm>
            <a:prstGeom prst="rect">
              <a:avLst/>
            </a:prstGeom>
          </p:spPr>
        </p:pic>
        <p:sp>
          <p:nvSpPr>
            <p:cNvPr id="4353" name="직사각형 4352">
              <a:extLst>
                <a:ext uri="{FF2B5EF4-FFF2-40B4-BE49-F238E27FC236}">
                  <a16:creationId xmlns:a16="http://schemas.microsoft.com/office/drawing/2014/main" id="{6A3FCD6B-6FFA-74F3-C54B-8F18003DC232}"/>
                </a:ext>
              </a:extLst>
            </p:cNvPr>
            <p:cNvSpPr/>
            <p:nvPr/>
          </p:nvSpPr>
          <p:spPr>
            <a:xfrm>
              <a:off x="25424946" y="-2280145"/>
              <a:ext cx="3318826" cy="3318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54" name="직사각형 4353">
            <a:extLst>
              <a:ext uri="{FF2B5EF4-FFF2-40B4-BE49-F238E27FC236}">
                <a16:creationId xmlns:a16="http://schemas.microsoft.com/office/drawing/2014/main" id="{ACC28808-B5F8-D45E-1E36-18958A16DB2E}"/>
              </a:ext>
            </a:extLst>
          </p:cNvPr>
          <p:cNvSpPr/>
          <p:nvPr/>
        </p:nvSpPr>
        <p:spPr>
          <a:xfrm>
            <a:off x="33157432" y="-2280145"/>
            <a:ext cx="3318826" cy="3318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359" name="그림 4358">
            <a:extLst>
              <a:ext uri="{FF2B5EF4-FFF2-40B4-BE49-F238E27FC236}">
                <a16:creationId xmlns:a16="http://schemas.microsoft.com/office/drawing/2014/main" id="{F1EA4FB8-B4A0-0812-C0A2-2A9CC8A46007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b="82863"/>
          <a:stretch/>
        </p:blipFill>
        <p:spPr>
          <a:xfrm>
            <a:off x="29273284" y="15365241"/>
            <a:ext cx="4086225" cy="1521282"/>
          </a:xfrm>
          <a:prstGeom prst="rect">
            <a:avLst/>
          </a:prstGeom>
        </p:spPr>
      </p:pic>
      <p:pic>
        <p:nvPicPr>
          <p:cNvPr id="4360" name="그림 4359">
            <a:extLst>
              <a:ext uri="{FF2B5EF4-FFF2-40B4-BE49-F238E27FC236}">
                <a16:creationId xmlns:a16="http://schemas.microsoft.com/office/drawing/2014/main" id="{3AB7108E-81EA-FEC6-5724-AA05932BE44D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t="16892" b="57275"/>
          <a:stretch/>
        </p:blipFill>
        <p:spPr>
          <a:xfrm>
            <a:off x="29273283" y="17592014"/>
            <a:ext cx="4086225" cy="2293256"/>
          </a:xfrm>
          <a:prstGeom prst="rect">
            <a:avLst/>
          </a:prstGeom>
        </p:spPr>
      </p:pic>
      <p:pic>
        <p:nvPicPr>
          <p:cNvPr id="4361" name="그림 4360">
            <a:extLst>
              <a:ext uri="{FF2B5EF4-FFF2-40B4-BE49-F238E27FC236}">
                <a16:creationId xmlns:a16="http://schemas.microsoft.com/office/drawing/2014/main" id="{8D91995F-2FC9-6426-E3BC-AAEAAB0D1903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t="42561" b="31606"/>
          <a:stretch/>
        </p:blipFill>
        <p:spPr>
          <a:xfrm>
            <a:off x="29164425" y="20342471"/>
            <a:ext cx="4086225" cy="2293256"/>
          </a:xfrm>
          <a:prstGeom prst="rect">
            <a:avLst/>
          </a:prstGeom>
        </p:spPr>
      </p:pic>
      <p:pic>
        <p:nvPicPr>
          <p:cNvPr id="4362" name="그림 4361">
            <a:extLst>
              <a:ext uri="{FF2B5EF4-FFF2-40B4-BE49-F238E27FC236}">
                <a16:creationId xmlns:a16="http://schemas.microsoft.com/office/drawing/2014/main" id="{AF6F04FC-2414-4754-3FEF-0066AEF1BFD0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t="68249" b="-2495"/>
          <a:stretch/>
        </p:blipFill>
        <p:spPr>
          <a:xfrm>
            <a:off x="29164424" y="23092060"/>
            <a:ext cx="4086225" cy="3040073"/>
          </a:xfrm>
          <a:prstGeom prst="rect">
            <a:avLst/>
          </a:prstGeom>
        </p:spPr>
      </p:pic>
      <p:grpSp>
        <p:nvGrpSpPr>
          <p:cNvPr id="4363" name="그룹 4362">
            <a:extLst>
              <a:ext uri="{FF2B5EF4-FFF2-40B4-BE49-F238E27FC236}">
                <a16:creationId xmlns:a16="http://schemas.microsoft.com/office/drawing/2014/main" id="{19C77F9A-7D5C-1FE2-C490-1429CB3900D8}"/>
              </a:ext>
            </a:extLst>
          </p:cNvPr>
          <p:cNvGrpSpPr/>
          <p:nvPr/>
        </p:nvGrpSpPr>
        <p:grpSpPr>
          <a:xfrm>
            <a:off x="29345515" y="17219675"/>
            <a:ext cx="447675" cy="369332"/>
            <a:chOff x="1628775" y="2707408"/>
            <a:chExt cx="447675" cy="369332"/>
          </a:xfrm>
        </p:grpSpPr>
        <p:sp>
          <p:nvSpPr>
            <p:cNvPr id="4364" name="TextBox 4363">
              <a:extLst>
                <a:ext uri="{FF2B5EF4-FFF2-40B4-BE49-F238E27FC236}">
                  <a16:creationId xmlns:a16="http://schemas.microsoft.com/office/drawing/2014/main" id="{BD0A77F7-65EA-7B33-DA91-CF23AD023B67}"/>
                </a:ext>
              </a:extLst>
            </p:cNvPr>
            <p:cNvSpPr txBox="1"/>
            <p:nvPr/>
          </p:nvSpPr>
          <p:spPr>
            <a:xfrm>
              <a:off x="1628775" y="2707408"/>
              <a:ext cx="4476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01</a:t>
              </a:r>
              <a:endParaRPr lang="ko-KR" altLang="en-US" dirty="0"/>
            </a:p>
          </p:txBody>
        </p:sp>
        <p:cxnSp>
          <p:nvCxnSpPr>
            <p:cNvPr id="4365" name="직선 연결선 4364">
              <a:extLst>
                <a:ext uri="{FF2B5EF4-FFF2-40B4-BE49-F238E27FC236}">
                  <a16:creationId xmlns:a16="http://schemas.microsoft.com/office/drawing/2014/main" id="{F1A7C7EF-F3D5-869E-0492-5987C17CF5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1650" y="3036259"/>
              <a:ext cx="140494" cy="2215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66" name="그룹 4365">
            <a:extLst>
              <a:ext uri="{FF2B5EF4-FFF2-40B4-BE49-F238E27FC236}">
                <a16:creationId xmlns:a16="http://schemas.microsoft.com/office/drawing/2014/main" id="{D8B9E133-4495-4B49-B6DD-0D115BF9571A}"/>
              </a:ext>
            </a:extLst>
          </p:cNvPr>
          <p:cNvGrpSpPr/>
          <p:nvPr/>
        </p:nvGrpSpPr>
        <p:grpSpPr>
          <a:xfrm>
            <a:off x="29345515" y="19929413"/>
            <a:ext cx="447675" cy="369332"/>
            <a:chOff x="1628775" y="2707408"/>
            <a:chExt cx="447675" cy="369332"/>
          </a:xfrm>
        </p:grpSpPr>
        <p:sp>
          <p:nvSpPr>
            <p:cNvPr id="4367" name="TextBox 4366">
              <a:extLst>
                <a:ext uri="{FF2B5EF4-FFF2-40B4-BE49-F238E27FC236}">
                  <a16:creationId xmlns:a16="http://schemas.microsoft.com/office/drawing/2014/main" id="{C819E47F-BCE9-8EA2-3B46-32F69A182F5C}"/>
                </a:ext>
              </a:extLst>
            </p:cNvPr>
            <p:cNvSpPr txBox="1"/>
            <p:nvPr/>
          </p:nvSpPr>
          <p:spPr>
            <a:xfrm>
              <a:off x="1628775" y="2707408"/>
              <a:ext cx="4476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02</a:t>
              </a:r>
              <a:endParaRPr lang="ko-KR" altLang="en-US" dirty="0"/>
            </a:p>
          </p:txBody>
        </p:sp>
        <p:cxnSp>
          <p:nvCxnSpPr>
            <p:cNvPr id="4368" name="직선 연결선 4367">
              <a:extLst>
                <a:ext uri="{FF2B5EF4-FFF2-40B4-BE49-F238E27FC236}">
                  <a16:creationId xmlns:a16="http://schemas.microsoft.com/office/drawing/2014/main" id="{3624DBAD-1C17-BDDE-A39B-63DFAC78B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1650" y="3036259"/>
              <a:ext cx="140494" cy="2215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69" name="그룹 4368">
            <a:extLst>
              <a:ext uri="{FF2B5EF4-FFF2-40B4-BE49-F238E27FC236}">
                <a16:creationId xmlns:a16="http://schemas.microsoft.com/office/drawing/2014/main" id="{41DFE5C0-9055-5BDE-A028-A9AA8049AB3F}"/>
              </a:ext>
            </a:extLst>
          </p:cNvPr>
          <p:cNvGrpSpPr/>
          <p:nvPr/>
        </p:nvGrpSpPr>
        <p:grpSpPr>
          <a:xfrm>
            <a:off x="29345515" y="22635727"/>
            <a:ext cx="447675" cy="369332"/>
            <a:chOff x="1628775" y="2707408"/>
            <a:chExt cx="447675" cy="369332"/>
          </a:xfrm>
        </p:grpSpPr>
        <p:sp>
          <p:nvSpPr>
            <p:cNvPr id="4370" name="TextBox 4369">
              <a:extLst>
                <a:ext uri="{FF2B5EF4-FFF2-40B4-BE49-F238E27FC236}">
                  <a16:creationId xmlns:a16="http://schemas.microsoft.com/office/drawing/2014/main" id="{160BDB3D-F294-E777-D0FE-162BA4D684BC}"/>
                </a:ext>
              </a:extLst>
            </p:cNvPr>
            <p:cNvSpPr txBox="1"/>
            <p:nvPr/>
          </p:nvSpPr>
          <p:spPr>
            <a:xfrm>
              <a:off x="1628775" y="2707408"/>
              <a:ext cx="4476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03</a:t>
              </a:r>
              <a:endParaRPr lang="ko-KR" altLang="en-US" dirty="0"/>
            </a:p>
          </p:txBody>
        </p:sp>
        <p:cxnSp>
          <p:nvCxnSpPr>
            <p:cNvPr id="4371" name="직선 연결선 4370">
              <a:extLst>
                <a:ext uri="{FF2B5EF4-FFF2-40B4-BE49-F238E27FC236}">
                  <a16:creationId xmlns:a16="http://schemas.microsoft.com/office/drawing/2014/main" id="{FC6542D8-157F-B289-5F96-A45628F92F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1650" y="3036259"/>
              <a:ext cx="140494" cy="2215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6D15A54D-55E5-71A0-C304-8D549A2590FF}"/>
              </a:ext>
            </a:extLst>
          </p:cNvPr>
          <p:cNvSpPr/>
          <p:nvPr/>
        </p:nvSpPr>
        <p:spPr>
          <a:xfrm>
            <a:off x="30955525" y="9409098"/>
            <a:ext cx="4234324" cy="4234322"/>
          </a:xfrm>
          <a:prstGeom prst="ellipse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566BFD5-2AC5-2148-9170-43EC640A07BA}"/>
              </a:ext>
            </a:extLst>
          </p:cNvPr>
          <p:cNvSpPr/>
          <p:nvPr/>
        </p:nvSpPr>
        <p:spPr>
          <a:xfrm>
            <a:off x="25070205" y="9409098"/>
            <a:ext cx="4234324" cy="4234322"/>
          </a:xfrm>
          <a:prstGeom prst="ellipse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80CDBEB-C470-CC72-53F4-C322B5EEF59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1915694" y="10225991"/>
            <a:ext cx="2454170" cy="2693730"/>
          </a:xfrm>
          <a:prstGeom prst="rect">
            <a:avLst/>
          </a:prstGeom>
        </p:spPr>
      </p:pic>
      <p:sp>
        <p:nvSpPr>
          <p:cNvPr id="4139" name="타원 4138">
            <a:extLst>
              <a:ext uri="{FF2B5EF4-FFF2-40B4-BE49-F238E27FC236}">
                <a16:creationId xmlns:a16="http://schemas.microsoft.com/office/drawing/2014/main" id="{9B107D09-0142-7421-C4AF-C4CF92E9DC8B}"/>
              </a:ext>
            </a:extLst>
          </p:cNvPr>
          <p:cNvSpPr/>
          <p:nvPr/>
        </p:nvSpPr>
        <p:spPr>
          <a:xfrm>
            <a:off x="18739183" y="9393751"/>
            <a:ext cx="4234324" cy="4234322"/>
          </a:xfrm>
          <a:prstGeom prst="ellipse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42" name="직사각형 4141">
            <a:extLst>
              <a:ext uri="{FF2B5EF4-FFF2-40B4-BE49-F238E27FC236}">
                <a16:creationId xmlns:a16="http://schemas.microsoft.com/office/drawing/2014/main" id="{A4B34DDC-220E-20F3-08CA-A73FFE20EBAB}"/>
              </a:ext>
            </a:extLst>
          </p:cNvPr>
          <p:cNvSpPr/>
          <p:nvPr/>
        </p:nvSpPr>
        <p:spPr>
          <a:xfrm>
            <a:off x="19209227" y="9809325"/>
            <a:ext cx="3318826" cy="3318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157" name="그림 4156">
            <a:extLst>
              <a:ext uri="{FF2B5EF4-FFF2-40B4-BE49-F238E27FC236}">
                <a16:creationId xmlns:a16="http://schemas.microsoft.com/office/drawing/2014/main" id="{47B47B8E-B697-D1BB-C25D-D906CA17F9FA}"/>
              </a:ext>
            </a:extLst>
          </p:cNvPr>
          <p:cNvPicPr>
            <a:picLocks noChangeAspect="1"/>
          </p:cNvPicPr>
          <p:nvPr/>
        </p:nvPicPr>
        <p:blipFill>
          <a:blip r:embed="rId26">
            <a:biLevel thresh="75000"/>
          </a:blip>
          <a:srcRect l="1162" t="4655" b="1686"/>
          <a:stretch/>
        </p:blipFill>
        <p:spPr>
          <a:xfrm>
            <a:off x="25814619" y="10592842"/>
            <a:ext cx="2804490" cy="2473032"/>
          </a:xfrm>
          <a:prstGeom prst="rect">
            <a:avLst/>
          </a:prstGeom>
        </p:spPr>
      </p:pic>
      <p:pic>
        <p:nvPicPr>
          <p:cNvPr id="4161" name="그래픽 4160" descr="확인 표시">
            <a:extLst>
              <a:ext uri="{FF2B5EF4-FFF2-40B4-BE49-F238E27FC236}">
                <a16:creationId xmlns:a16="http://schemas.microsoft.com/office/drawing/2014/main" id="{5D7B5304-CE1E-A9F3-5A0A-4A7A1F3C854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9634294" y="10350536"/>
            <a:ext cx="2526972" cy="252697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8CC7FAC-5C29-502B-382D-4F4332FADB2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643" y="-33459"/>
            <a:ext cx="7207300" cy="1551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51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FD44-63E8-A066-DE3D-831757B37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8" name="직사각형 4247">
            <a:extLst>
              <a:ext uri="{FF2B5EF4-FFF2-40B4-BE49-F238E27FC236}">
                <a16:creationId xmlns:a16="http://schemas.microsoft.com/office/drawing/2014/main" id="{DA6BC52A-D49D-8C4E-2D5A-930DBDD603B4}"/>
              </a:ext>
            </a:extLst>
          </p:cNvPr>
          <p:cNvSpPr/>
          <p:nvPr/>
        </p:nvSpPr>
        <p:spPr>
          <a:xfrm>
            <a:off x="-1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84542E5-49CB-C95B-4965-45713BADB399}"/>
              </a:ext>
            </a:extLst>
          </p:cNvPr>
          <p:cNvSpPr/>
          <p:nvPr/>
        </p:nvSpPr>
        <p:spPr>
          <a:xfrm>
            <a:off x="263353" y="3141301"/>
            <a:ext cx="6707827" cy="2087464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9B1F556-8223-9C36-0DBC-6448DCB7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57" b="4397"/>
          <a:stretch/>
        </p:blipFill>
        <p:spPr>
          <a:xfrm>
            <a:off x="471863" y="3292886"/>
            <a:ext cx="830748" cy="7950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0B159A-C0EE-AD94-8A80-4AE647B20520}"/>
              </a:ext>
            </a:extLst>
          </p:cNvPr>
          <p:cNvSpPr txBox="1"/>
          <p:nvPr/>
        </p:nvSpPr>
        <p:spPr>
          <a:xfrm>
            <a:off x="1424025" y="3255643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간단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6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E924B348-70EC-AA09-EFD8-A5B4ACCB5A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3323842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8C17B45-E5D1-78F6-D9D5-06BEE05171AE}"/>
              </a:ext>
            </a:extLst>
          </p:cNvPr>
          <p:cNvSpPr/>
          <p:nvPr/>
        </p:nvSpPr>
        <p:spPr>
          <a:xfrm>
            <a:off x="430719" y="4229508"/>
            <a:ext cx="871892" cy="79505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99%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38F08B-2DB6-101C-BF23-32F35E009813}"/>
              </a:ext>
            </a:extLst>
          </p:cNvPr>
          <p:cNvSpPr txBox="1"/>
          <p:nvPr/>
        </p:nvSpPr>
        <p:spPr>
          <a:xfrm>
            <a:off x="5918780" y="3255643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25-03-08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484783-DE73-A12E-81B7-CC5264C2C792}"/>
              </a:ext>
            </a:extLst>
          </p:cNvPr>
          <p:cNvSpPr txBox="1"/>
          <p:nvPr/>
        </p:nvSpPr>
        <p:spPr>
          <a:xfrm>
            <a:off x="1405927" y="3600041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저는 평소 찬거리 고를 때 마트에 가서 한 번 쭉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둘러 본 다음에 오늘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세일하는거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뭔가 보고 결정을 해요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지난주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어느날에는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마트에 갔는데 오징어 세일이라 집어 왔어요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그래서 이걸로 오징어요리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뭐할까하다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그냥 제일 간단한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물기없는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오징어볶음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레시피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FCA4B0D-6411-AB43-54ED-0ABA735031C8}"/>
              </a:ext>
            </a:extLst>
          </p:cNvPr>
          <p:cNvSpPr/>
          <p:nvPr/>
        </p:nvSpPr>
        <p:spPr>
          <a:xfrm>
            <a:off x="1443258" y="4225450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B4704B0-EB92-43D9-98EF-188636E67D84}"/>
              </a:ext>
            </a:extLst>
          </p:cNvPr>
          <p:cNvSpPr/>
          <p:nvPr/>
        </p:nvSpPr>
        <p:spPr>
          <a:xfrm>
            <a:off x="1443258" y="4521457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4547BDE-620B-859E-52DD-CC382FF4C75E}"/>
              </a:ext>
            </a:extLst>
          </p:cNvPr>
          <p:cNvSpPr/>
          <p:nvPr/>
        </p:nvSpPr>
        <p:spPr>
          <a:xfrm>
            <a:off x="2496990" y="451863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5CFE259-2DB8-84C6-8D8F-204780537EB0}"/>
              </a:ext>
            </a:extLst>
          </p:cNvPr>
          <p:cNvSpPr/>
          <p:nvPr/>
        </p:nvSpPr>
        <p:spPr>
          <a:xfrm>
            <a:off x="2496990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5CB2ED1-473C-DBAF-D183-F7260F4C29CA}"/>
              </a:ext>
            </a:extLst>
          </p:cNvPr>
          <p:cNvSpPr/>
          <p:nvPr/>
        </p:nvSpPr>
        <p:spPr>
          <a:xfrm>
            <a:off x="2999339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E4D4E40-99BC-242E-4579-4EA578F28DB7}"/>
              </a:ext>
            </a:extLst>
          </p:cNvPr>
          <p:cNvSpPr/>
          <p:nvPr/>
        </p:nvSpPr>
        <p:spPr>
          <a:xfrm>
            <a:off x="3501689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7419E11-0634-FA29-2D21-664E4F0BE824}"/>
              </a:ext>
            </a:extLst>
          </p:cNvPr>
          <p:cNvSpPr/>
          <p:nvPr/>
        </p:nvSpPr>
        <p:spPr>
          <a:xfrm>
            <a:off x="4004038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528175B-DEFA-2851-E05D-7F593155F332}"/>
              </a:ext>
            </a:extLst>
          </p:cNvPr>
          <p:cNvSpPr/>
          <p:nvPr/>
        </p:nvSpPr>
        <p:spPr>
          <a:xfrm>
            <a:off x="4506388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AA7F12E-705F-CE60-7C3A-57659175AD16}"/>
              </a:ext>
            </a:extLst>
          </p:cNvPr>
          <p:cNvSpPr/>
          <p:nvPr/>
        </p:nvSpPr>
        <p:spPr>
          <a:xfrm>
            <a:off x="5008737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올리고당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99547E1-A852-A841-3C16-E098D61D0386}"/>
              </a:ext>
            </a:extLst>
          </p:cNvPr>
          <p:cNvSpPr/>
          <p:nvPr/>
        </p:nvSpPr>
        <p:spPr>
          <a:xfrm>
            <a:off x="5511087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DF52B70-307E-A164-0329-1D352CC7B5CD}"/>
              </a:ext>
            </a:extLst>
          </p:cNvPr>
          <p:cNvSpPr/>
          <p:nvPr/>
        </p:nvSpPr>
        <p:spPr>
          <a:xfrm>
            <a:off x="6013436" y="422721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BFEFBB-AC0B-0B21-0C72-A894AC24F470}"/>
              </a:ext>
            </a:extLst>
          </p:cNvPr>
          <p:cNvSpPr txBox="1"/>
          <p:nvPr/>
        </p:nvSpPr>
        <p:spPr>
          <a:xfrm>
            <a:off x="6504328" y="4181607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1AB6A9B-BD41-F045-4DA2-AE6B777662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920"/>
          <a:stretch/>
        </p:blipFill>
        <p:spPr>
          <a:xfrm flipH="1">
            <a:off x="6669029" y="3617218"/>
            <a:ext cx="116844" cy="547211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9C2D767-4A2D-10AF-E371-D7589C885115}"/>
              </a:ext>
            </a:extLst>
          </p:cNvPr>
          <p:cNvSpPr txBox="1"/>
          <p:nvPr/>
        </p:nvSpPr>
        <p:spPr>
          <a:xfrm>
            <a:off x="228136" y="2526141"/>
            <a:ext cx="5687457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해당 레시피는 네이버 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인플루언서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및 상위 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유튜버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레시피를 엄선한 내용입니다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 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게시글을 클릭하면 해당 게시글로 이동합니다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3816D2E-434D-D119-0F8E-D11C4A9E4B2D}"/>
              </a:ext>
            </a:extLst>
          </p:cNvPr>
          <p:cNvSpPr/>
          <p:nvPr/>
        </p:nvSpPr>
        <p:spPr>
          <a:xfrm>
            <a:off x="263353" y="5337076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613042-437F-1D47-7DF0-B4AE52641DD8}"/>
              </a:ext>
            </a:extLst>
          </p:cNvPr>
          <p:cNvSpPr txBox="1"/>
          <p:nvPr/>
        </p:nvSpPr>
        <p:spPr>
          <a:xfrm>
            <a:off x="1424025" y="5451418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54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A95B8FA9-EDE0-3849-6ADD-55DF45456F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5519617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AE445F94-0D92-3221-A88A-B02291D9C0A4}"/>
              </a:ext>
            </a:extLst>
          </p:cNvPr>
          <p:cNvSpPr/>
          <p:nvPr/>
        </p:nvSpPr>
        <p:spPr>
          <a:xfrm>
            <a:off x="430719" y="6425284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6B5951-3300-563A-123E-3EC6763FC5A0}"/>
              </a:ext>
            </a:extLst>
          </p:cNvPr>
          <p:cNvSpPr txBox="1"/>
          <p:nvPr/>
        </p:nvSpPr>
        <p:spPr>
          <a:xfrm>
            <a:off x="5918780" y="5451418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D0DA5B-0CF2-784F-675C-F6C96AB96101}"/>
              </a:ext>
            </a:extLst>
          </p:cNvPr>
          <p:cNvSpPr txBox="1"/>
          <p:nvPr/>
        </p:nvSpPr>
        <p:spPr>
          <a:xfrm>
            <a:off x="1405927" y="5795816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 메뉴이기 때문에 앞다리살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삼겹살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뒷다리살 등 구입을 해오면 볶아먹게 되는 것 같습니다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…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7C187B6-021A-8C35-26D0-77871E1E3519}"/>
              </a:ext>
            </a:extLst>
          </p:cNvPr>
          <p:cNvSpPr/>
          <p:nvPr/>
        </p:nvSpPr>
        <p:spPr>
          <a:xfrm>
            <a:off x="1443258" y="642122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0706ADA4-EC88-9188-156D-F09D8D41AC84}"/>
              </a:ext>
            </a:extLst>
          </p:cNvPr>
          <p:cNvSpPr/>
          <p:nvPr/>
        </p:nvSpPr>
        <p:spPr>
          <a:xfrm>
            <a:off x="1443258" y="671723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82458A74-0180-1091-31A0-6038F87A7B31}"/>
              </a:ext>
            </a:extLst>
          </p:cNvPr>
          <p:cNvSpPr/>
          <p:nvPr/>
        </p:nvSpPr>
        <p:spPr>
          <a:xfrm>
            <a:off x="2496990" y="671440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33DAEA9-9891-BD3D-FE8C-DD6F3798B598}"/>
              </a:ext>
            </a:extLst>
          </p:cNvPr>
          <p:cNvSpPr/>
          <p:nvPr/>
        </p:nvSpPr>
        <p:spPr>
          <a:xfrm>
            <a:off x="2992029" y="671440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E946060-2884-DBAE-9A02-89CB92E7A4A2}"/>
              </a:ext>
            </a:extLst>
          </p:cNvPr>
          <p:cNvSpPr/>
          <p:nvPr/>
        </p:nvSpPr>
        <p:spPr>
          <a:xfrm>
            <a:off x="2496990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삽겹살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08C2CE7-7B72-7435-7421-44DB3CD06877}"/>
              </a:ext>
            </a:extLst>
          </p:cNvPr>
          <p:cNvSpPr/>
          <p:nvPr/>
        </p:nvSpPr>
        <p:spPr>
          <a:xfrm>
            <a:off x="2999339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4096" name="사각형: 둥근 모서리 4095">
            <a:extLst>
              <a:ext uri="{FF2B5EF4-FFF2-40B4-BE49-F238E27FC236}">
                <a16:creationId xmlns:a16="http://schemas.microsoft.com/office/drawing/2014/main" id="{43A57FD4-A082-CBA5-8074-AD9D34DF4FC5}"/>
              </a:ext>
            </a:extLst>
          </p:cNvPr>
          <p:cNvSpPr/>
          <p:nvPr/>
        </p:nvSpPr>
        <p:spPr>
          <a:xfrm>
            <a:off x="3501689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4097" name="사각형: 둥근 모서리 4096">
            <a:extLst>
              <a:ext uri="{FF2B5EF4-FFF2-40B4-BE49-F238E27FC236}">
                <a16:creationId xmlns:a16="http://schemas.microsoft.com/office/drawing/2014/main" id="{0AB380F6-0CC4-AD16-930E-F40A7ACBC130}"/>
              </a:ext>
            </a:extLst>
          </p:cNvPr>
          <p:cNvSpPr/>
          <p:nvPr/>
        </p:nvSpPr>
        <p:spPr>
          <a:xfrm>
            <a:off x="4004038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099" name="사각형: 둥근 모서리 4098">
            <a:extLst>
              <a:ext uri="{FF2B5EF4-FFF2-40B4-BE49-F238E27FC236}">
                <a16:creationId xmlns:a16="http://schemas.microsoft.com/office/drawing/2014/main" id="{BAE1F343-4439-042A-7233-2337A0DE5D71}"/>
              </a:ext>
            </a:extLst>
          </p:cNvPr>
          <p:cNvSpPr/>
          <p:nvPr/>
        </p:nvSpPr>
        <p:spPr>
          <a:xfrm>
            <a:off x="4506388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</a:t>
            </a:r>
          </a:p>
        </p:txBody>
      </p:sp>
      <p:sp>
        <p:nvSpPr>
          <p:cNvPr id="4101" name="사각형: 둥근 모서리 4100">
            <a:extLst>
              <a:ext uri="{FF2B5EF4-FFF2-40B4-BE49-F238E27FC236}">
                <a16:creationId xmlns:a16="http://schemas.microsoft.com/office/drawing/2014/main" id="{7417F565-9531-06E9-0086-D23C6186048B}"/>
              </a:ext>
            </a:extLst>
          </p:cNvPr>
          <p:cNvSpPr/>
          <p:nvPr/>
        </p:nvSpPr>
        <p:spPr>
          <a:xfrm>
            <a:off x="5008737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02" name="사각형: 둥근 모서리 4101">
            <a:extLst>
              <a:ext uri="{FF2B5EF4-FFF2-40B4-BE49-F238E27FC236}">
                <a16:creationId xmlns:a16="http://schemas.microsoft.com/office/drawing/2014/main" id="{666368F2-F35B-A2C3-BA80-A764AE9FADAF}"/>
              </a:ext>
            </a:extLst>
          </p:cNvPr>
          <p:cNvSpPr/>
          <p:nvPr/>
        </p:nvSpPr>
        <p:spPr>
          <a:xfrm>
            <a:off x="5511087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03" name="사각형: 둥근 모서리 4102">
            <a:extLst>
              <a:ext uri="{FF2B5EF4-FFF2-40B4-BE49-F238E27FC236}">
                <a16:creationId xmlns:a16="http://schemas.microsoft.com/office/drawing/2014/main" id="{9432BC9E-7D15-568D-335B-208736456187}"/>
              </a:ext>
            </a:extLst>
          </p:cNvPr>
          <p:cNvSpPr/>
          <p:nvPr/>
        </p:nvSpPr>
        <p:spPr>
          <a:xfrm>
            <a:off x="6013436" y="64229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 </a:t>
            </a:r>
          </a:p>
        </p:txBody>
      </p:sp>
      <p:sp>
        <p:nvSpPr>
          <p:cNvPr id="4104" name="TextBox 4103">
            <a:extLst>
              <a:ext uri="{FF2B5EF4-FFF2-40B4-BE49-F238E27FC236}">
                <a16:creationId xmlns:a16="http://schemas.microsoft.com/office/drawing/2014/main" id="{33080911-8AE8-E1B4-A815-90DB679F3F35}"/>
              </a:ext>
            </a:extLst>
          </p:cNvPr>
          <p:cNvSpPr txBox="1"/>
          <p:nvPr/>
        </p:nvSpPr>
        <p:spPr>
          <a:xfrm>
            <a:off x="6504328" y="6377382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05" name="그림 4104">
            <a:extLst>
              <a:ext uri="{FF2B5EF4-FFF2-40B4-BE49-F238E27FC236}">
                <a16:creationId xmlns:a16="http://schemas.microsoft.com/office/drawing/2014/main" id="{47CA92E7-1997-3F55-9902-221F1FCC9A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920"/>
          <a:stretch/>
        </p:blipFill>
        <p:spPr>
          <a:xfrm flipH="1">
            <a:off x="6669029" y="5812993"/>
            <a:ext cx="116844" cy="547211"/>
          </a:xfrm>
          <a:prstGeom prst="rect">
            <a:avLst/>
          </a:prstGeom>
        </p:spPr>
      </p:pic>
      <p:sp>
        <p:nvSpPr>
          <p:cNvPr id="4106" name="사각형: 둥근 모서리 4105">
            <a:extLst>
              <a:ext uri="{FF2B5EF4-FFF2-40B4-BE49-F238E27FC236}">
                <a16:creationId xmlns:a16="http://schemas.microsoft.com/office/drawing/2014/main" id="{274737C2-B39F-494D-A9F3-E8B428848DCE}"/>
              </a:ext>
            </a:extLst>
          </p:cNvPr>
          <p:cNvSpPr/>
          <p:nvPr/>
        </p:nvSpPr>
        <p:spPr>
          <a:xfrm>
            <a:off x="263353" y="7497775"/>
            <a:ext cx="6707827" cy="1992490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08" name="TextBox 4107">
            <a:extLst>
              <a:ext uri="{FF2B5EF4-FFF2-40B4-BE49-F238E27FC236}">
                <a16:creationId xmlns:a16="http://schemas.microsoft.com/office/drawing/2014/main" id="{FD439279-764B-5C62-C488-E4651CADE7CE}"/>
              </a:ext>
            </a:extLst>
          </p:cNvPr>
          <p:cNvSpPr txBox="1"/>
          <p:nvPr/>
        </p:nvSpPr>
        <p:spPr>
          <a:xfrm>
            <a:off x="1424025" y="7612119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오삼불고기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술안주로 좋지요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~~</a:t>
            </a:r>
          </a:p>
        </p:txBody>
      </p:sp>
      <p:pic>
        <p:nvPicPr>
          <p:cNvPr id="410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2E3A2582-2249-54BF-3535-C78F7256F8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36876" y="7680318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0" name="사각형: 둥근 모서리 4109">
            <a:extLst>
              <a:ext uri="{FF2B5EF4-FFF2-40B4-BE49-F238E27FC236}">
                <a16:creationId xmlns:a16="http://schemas.microsoft.com/office/drawing/2014/main" id="{F0F67A63-6914-1399-4B6B-87FC4BDE5C75}"/>
              </a:ext>
            </a:extLst>
          </p:cNvPr>
          <p:cNvSpPr/>
          <p:nvPr/>
        </p:nvSpPr>
        <p:spPr>
          <a:xfrm>
            <a:off x="430719" y="8585986"/>
            <a:ext cx="871892" cy="80776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1" name="TextBox 4110">
            <a:extLst>
              <a:ext uri="{FF2B5EF4-FFF2-40B4-BE49-F238E27FC236}">
                <a16:creationId xmlns:a16="http://schemas.microsoft.com/office/drawing/2014/main" id="{8A08E3CB-B26B-5E12-0DC0-1E4E6FF9A84E}"/>
              </a:ext>
            </a:extLst>
          </p:cNvPr>
          <p:cNvSpPr txBox="1"/>
          <p:nvPr/>
        </p:nvSpPr>
        <p:spPr>
          <a:xfrm>
            <a:off x="5918780" y="7612119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껌딱지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25-04-06</a:t>
            </a:r>
          </a:p>
        </p:txBody>
      </p:sp>
      <p:sp>
        <p:nvSpPr>
          <p:cNvPr id="4112" name="TextBox 4111">
            <a:extLst>
              <a:ext uri="{FF2B5EF4-FFF2-40B4-BE49-F238E27FC236}">
                <a16:creationId xmlns:a16="http://schemas.microsoft.com/office/drawing/2014/main" id="{5C807F79-5A1C-70C2-AC78-2B86471D95AC}"/>
              </a:ext>
            </a:extLst>
          </p:cNvPr>
          <p:cNvSpPr txBox="1"/>
          <p:nvPr/>
        </p:nvSpPr>
        <p:spPr>
          <a:xfrm>
            <a:off x="1405927" y="7956517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언제 먹어도 맛있죠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누구나 다 좋아하죠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볶음도 맛있고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제육볶음도 맛있고 고민될 땐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오삼불고기죠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^^.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밥한그릇 뚝딱하게 만드는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애정하는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메뉴입니다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먼저 통오징어를 먼저 손질해 줍니다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몸통안으로 손가락을 넣어 오징어 몸통과 내장이 연결되어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13" name="사각형: 둥근 모서리 4112">
            <a:extLst>
              <a:ext uri="{FF2B5EF4-FFF2-40B4-BE49-F238E27FC236}">
                <a16:creationId xmlns:a16="http://schemas.microsoft.com/office/drawing/2014/main" id="{EABAA2C7-89FE-5F01-702A-0D69DBC9A7E3}"/>
              </a:ext>
            </a:extLst>
          </p:cNvPr>
          <p:cNvSpPr/>
          <p:nvPr/>
        </p:nvSpPr>
        <p:spPr>
          <a:xfrm>
            <a:off x="1443258" y="858192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14" name="사각형: 둥근 모서리 4113">
            <a:extLst>
              <a:ext uri="{FF2B5EF4-FFF2-40B4-BE49-F238E27FC236}">
                <a16:creationId xmlns:a16="http://schemas.microsoft.com/office/drawing/2014/main" id="{C8D41AB8-419B-A50C-BC5A-F5519ABE2E9F}"/>
              </a:ext>
            </a:extLst>
          </p:cNvPr>
          <p:cNvSpPr/>
          <p:nvPr/>
        </p:nvSpPr>
        <p:spPr>
          <a:xfrm>
            <a:off x="1443258" y="887793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A6382FE8-9BF0-75DF-7C2C-41818C6F7262}"/>
              </a:ext>
            </a:extLst>
          </p:cNvPr>
          <p:cNvSpPr/>
          <p:nvPr/>
        </p:nvSpPr>
        <p:spPr>
          <a:xfrm>
            <a:off x="2496990" y="887510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A5995643-0BE6-0771-4A3C-B45D0A53368F}"/>
              </a:ext>
            </a:extLst>
          </p:cNvPr>
          <p:cNvSpPr/>
          <p:nvPr/>
        </p:nvSpPr>
        <p:spPr>
          <a:xfrm>
            <a:off x="2992029" y="887510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</a:t>
            </a:r>
          </a:p>
        </p:txBody>
      </p:sp>
      <p:sp>
        <p:nvSpPr>
          <p:cNvPr id="4117" name="사각형: 둥근 모서리 4116">
            <a:extLst>
              <a:ext uri="{FF2B5EF4-FFF2-40B4-BE49-F238E27FC236}">
                <a16:creationId xmlns:a16="http://schemas.microsoft.com/office/drawing/2014/main" id="{44951B98-560D-506F-5109-B009C66CB1F8}"/>
              </a:ext>
            </a:extLst>
          </p:cNvPr>
          <p:cNvSpPr/>
          <p:nvPr/>
        </p:nvSpPr>
        <p:spPr>
          <a:xfrm>
            <a:off x="2496990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49E5D41D-8F0C-4A7A-B680-888232AD3EE4}"/>
              </a:ext>
            </a:extLst>
          </p:cNvPr>
          <p:cNvSpPr/>
          <p:nvPr/>
        </p:nvSpPr>
        <p:spPr>
          <a:xfrm>
            <a:off x="2999339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고추장 </a:t>
            </a:r>
          </a:p>
        </p:txBody>
      </p:sp>
      <p:sp>
        <p:nvSpPr>
          <p:cNvPr id="4119" name="사각형: 둥근 모서리 4118">
            <a:extLst>
              <a:ext uri="{FF2B5EF4-FFF2-40B4-BE49-F238E27FC236}">
                <a16:creationId xmlns:a16="http://schemas.microsoft.com/office/drawing/2014/main" id="{916A21C5-D33D-50DD-1086-FB90E6F0C050}"/>
              </a:ext>
            </a:extLst>
          </p:cNvPr>
          <p:cNvSpPr/>
          <p:nvPr/>
        </p:nvSpPr>
        <p:spPr>
          <a:xfrm>
            <a:off x="3501689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120" name="사각형: 둥근 모서리 4119">
            <a:extLst>
              <a:ext uri="{FF2B5EF4-FFF2-40B4-BE49-F238E27FC236}">
                <a16:creationId xmlns:a16="http://schemas.microsoft.com/office/drawing/2014/main" id="{52E7F381-7FA4-5EFF-D67C-739CB9268060}"/>
              </a:ext>
            </a:extLst>
          </p:cNvPr>
          <p:cNvSpPr/>
          <p:nvPr/>
        </p:nvSpPr>
        <p:spPr>
          <a:xfrm>
            <a:off x="4004038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21" name="사각형: 둥근 모서리 4120">
            <a:extLst>
              <a:ext uri="{FF2B5EF4-FFF2-40B4-BE49-F238E27FC236}">
                <a16:creationId xmlns:a16="http://schemas.microsoft.com/office/drawing/2014/main" id="{353481F3-1C42-C33B-2F99-C985A4BD97AC}"/>
              </a:ext>
            </a:extLst>
          </p:cNvPr>
          <p:cNvSpPr/>
          <p:nvPr/>
        </p:nvSpPr>
        <p:spPr>
          <a:xfrm>
            <a:off x="4506388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된장</a:t>
            </a:r>
          </a:p>
        </p:txBody>
      </p:sp>
      <p:sp>
        <p:nvSpPr>
          <p:cNvPr id="4122" name="사각형: 둥근 모서리 4121">
            <a:extLst>
              <a:ext uri="{FF2B5EF4-FFF2-40B4-BE49-F238E27FC236}">
                <a16:creationId xmlns:a16="http://schemas.microsoft.com/office/drawing/2014/main" id="{8A65EA5A-AF46-693A-58DA-0059053A9B0C}"/>
              </a:ext>
            </a:extLst>
          </p:cNvPr>
          <p:cNvSpPr/>
          <p:nvPr/>
        </p:nvSpPr>
        <p:spPr>
          <a:xfrm>
            <a:off x="5008737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3" name="사각형: 둥근 모서리 4122">
            <a:extLst>
              <a:ext uri="{FF2B5EF4-FFF2-40B4-BE49-F238E27FC236}">
                <a16:creationId xmlns:a16="http://schemas.microsoft.com/office/drawing/2014/main" id="{14828313-1F0D-13AB-4CEA-065BE4511F20}"/>
              </a:ext>
            </a:extLst>
          </p:cNvPr>
          <p:cNvSpPr/>
          <p:nvPr/>
        </p:nvSpPr>
        <p:spPr>
          <a:xfrm>
            <a:off x="5511087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후춧가루</a:t>
            </a:r>
          </a:p>
        </p:txBody>
      </p:sp>
      <p:sp>
        <p:nvSpPr>
          <p:cNvPr id="4124" name="사각형: 둥근 모서리 4123">
            <a:extLst>
              <a:ext uri="{FF2B5EF4-FFF2-40B4-BE49-F238E27FC236}">
                <a16:creationId xmlns:a16="http://schemas.microsoft.com/office/drawing/2014/main" id="{DDDC0311-C545-7404-52D7-CE69CADAF8C1}"/>
              </a:ext>
            </a:extLst>
          </p:cNvPr>
          <p:cNvSpPr/>
          <p:nvPr/>
        </p:nvSpPr>
        <p:spPr>
          <a:xfrm>
            <a:off x="6013436" y="858369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25" name="TextBox 4124">
            <a:extLst>
              <a:ext uri="{FF2B5EF4-FFF2-40B4-BE49-F238E27FC236}">
                <a16:creationId xmlns:a16="http://schemas.microsoft.com/office/drawing/2014/main" id="{99D2CE02-CD2F-BECD-D9CB-2E8E9E66F166}"/>
              </a:ext>
            </a:extLst>
          </p:cNvPr>
          <p:cNvSpPr txBox="1"/>
          <p:nvPr/>
        </p:nvSpPr>
        <p:spPr>
          <a:xfrm>
            <a:off x="6504328" y="8538083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26" name="그림 4125">
            <a:extLst>
              <a:ext uri="{FF2B5EF4-FFF2-40B4-BE49-F238E27FC236}">
                <a16:creationId xmlns:a16="http://schemas.microsoft.com/office/drawing/2014/main" id="{766B372D-8CC5-3DF0-0894-8E10E8415D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920"/>
          <a:stretch/>
        </p:blipFill>
        <p:spPr>
          <a:xfrm flipH="1">
            <a:off x="6669029" y="7973694"/>
            <a:ext cx="116844" cy="547211"/>
          </a:xfrm>
          <a:prstGeom prst="rect">
            <a:avLst/>
          </a:prstGeom>
        </p:spPr>
      </p:pic>
      <p:pic>
        <p:nvPicPr>
          <p:cNvPr id="4129" name="그림 4128">
            <a:extLst>
              <a:ext uri="{FF2B5EF4-FFF2-40B4-BE49-F238E27FC236}">
                <a16:creationId xmlns:a16="http://schemas.microsoft.com/office/drawing/2014/main" id="{03CE53DA-E2D8-6C98-D6F0-804FD6DA4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76" y="5482131"/>
            <a:ext cx="826571" cy="795050"/>
          </a:xfrm>
          <a:prstGeom prst="rect">
            <a:avLst/>
          </a:prstGeom>
        </p:spPr>
      </p:pic>
      <p:pic>
        <p:nvPicPr>
          <p:cNvPr id="4132" name="그림 4131">
            <a:extLst>
              <a:ext uri="{FF2B5EF4-FFF2-40B4-BE49-F238E27FC236}">
                <a16:creationId xmlns:a16="http://schemas.microsoft.com/office/drawing/2014/main" id="{F8AE3BEA-C534-603E-08AA-139B368B31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8" y="7645102"/>
            <a:ext cx="847972" cy="807765"/>
          </a:xfrm>
          <a:prstGeom prst="rect">
            <a:avLst/>
          </a:prstGeom>
        </p:spPr>
      </p:pic>
      <p:sp>
        <p:nvSpPr>
          <p:cNvPr id="4135" name="사각형: 둥근 모서리 4134">
            <a:extLst>
              <a:ext uri="{FF2B5EF4-FFF2-40B4-BE49-F238E27FC236}">
                <a16:creationId xmlns:a16="http://schemas.microsoft.com/office/drawing/2014/main" id="{1898B861-4CFA-2298-90DD-8E8DB0EB7FE3}"/>
              </a:ext>
            </a:extLst>
          </p:cNvPr>
          <p:cNvSpPr/>
          <p:nvPr/>
        </p:nvSpPr>
        <p:spPr>
          <a:xfrm>
            <a:off x="5990182" y="1947858"/>
            <a:ext cx="695316" cy="204074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    필터</a:t>
            </a:r>
          </a:p>
        </p:txBody>
      </p:sp>
      <p:sp>
        <p:nvSpPr>
          <p:cNvPr id="4149" name="사각형: 둥근 모서리 4148">
            <a:extLst>
              <a:ext uri="{FF2B5EF4-FFF2-40B4-BE49-F238E27FC236}">
                <a16:creationId xmlns:a16="http://schemas.microsoft.com/office/drawing/2014/main" id="{8684F812-F451-BFEE-F36D-309F7DC20677}"/>
              </a:ext>
            </a:extLst>
          </p:cNvPr>
          <p:cNvSpPr/>
          <p:nvPr/>
        </p:nvSpPr>
        <p:spPr>
          <a:xfrm>
            <a:off x="3490981" y="887510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</a:t>
            </a:r>
          </a:p>
        </p:txBody>
      </p:sp>
      <p:sp>
        <p:nvSpPr>
          <p:cNvPr id="4150" name="사각형: 둥근 모서리 4149">
            <a:extLst>
              <a:ext uri="{FF2B5EF4-FFF2-40B4-BE49-F238E27FC236}">
                <a16:creationId xmlns:a16="http://schemas.microsoft.com/office/drawing/2014/main" id="{D9216777-AD00-C89B-2A5B-B3671758AD90}"/>
              </a:ext>
            </a:extLst>
          </p:cNvPr>
          <p:cNvSpPr/>
          <p:nvPr/>
        </p:nvSpPr>
        <p:spPr>
          <a:xfrm>
            <a:off x="4004038" y="887510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</a:t>
            </a:r>
          </a:p>
        </p:txBody>
      </p:sp>
      <p:sp>
        <p:nvSpPr>
          <p:cNvPr id="4151" name="사각형: 둥근 모서리 4150">
            <a:extLst>
              <a:ext uri="{FF2B5EF4-FFF2-40B4-BE49-F238E27FC236}">
                <a16:creationId xmlns:a16="http://schemas.microsoft.com/office/drawing/2014/main" id="{6AC173D5-5AD0-721F-83E3-8389B88F5C88}"/>
              </a:ext>
            </a:extLst>
          </p:cNvPr>
          <p:cNvSpPr/>
          <p:nvPr/>
        </p:nvSpPr>
        <p:spPr>
          <a:xfrm>
            <a:off x="3501689" y="671723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152" name="사각형: 둥근 모서리 4151">
            <a:extLst>
              <a:ext uri="{FF2B5EF4-FFF2-40B4-BE49-F238E27FC236}">
                <a16:creationId xmlns:a16="http://schemas.microsoft.com/office/drawing/2014/main" id="{367BBA4F-308C-59B6-844D-8B73BE0D694B}"/>
              </a:ext>
            </a:extLst>
          </p:cNvPr>
          <p:cNvSpPr/>
          <p:nvPr/>
        </p:nvSpPr>
        <p:spPr>
          <a:xfrm>
            <a:off x="4500439" y="887510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매실액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65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A42D3087-B9E7-6D94-2C82-51DC85C9D4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195160" y="7669880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6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574A78F6-74B9-C106-CDCF-CB89527706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03123" y="5503043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7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3F02C20B-D947-7451-4D39-A7A4F43F30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12301" y="3323842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1E6612A-F4DC-5FE1-058E-760EF3E790D6}"/>
              </a:ext>
            </a:extLst>
          </p:cNvPr>
          <p:cNvSpPr/>
          <p:nvPr/>
        </p:nvSpPr>
        <p:spPr>
          <a:xfrm>
            <a:off x="1443258" y="481739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9E1B477-0FA5-374B-F32F-ABE8787241BC}"/>
              </a:ext>
            </a:extLst>
          </p:cNvPr>
          <p:cNvSpPr/>
          <p:nvPr/>
        </p:nvSpPr>
        <p:spPr>
          <a:xfrm>
            <a:off x="2496990" y="484056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2097938-2A59-D2CD-51EA-30846B0A01F4}"/>
              </a:ext>
            </a:extLst>
          </p:cNvPr>
          <p:cNvSpPr/>
          <p:nvPr/>
        </p:nvSpPr>
        <p:spPr>
          <a:xfrm>
            <a:off x="1443258" y="701441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125A1F3-064B-DD30-B7F2-C232D4657BF2}"/>
              </a:ext>
            </a:extLst>
          </p:cNvPr>
          <p:cNvSpPr/>
          <p:nvPr/>
        </p:nvSpPr>
        <p:spPr>
          <a:xfrm>
            <a:off x="2496990" y="7037583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0C32D3D-4464-B23D-C058-0C408F302B5F}"/>
              </a:ext>
            </a:extLst>
          </p:cNvPr>
          <p:cNvSpPr/>
          <p:nvPr/>
        </p:nvSpPr>
        <p:spPr>
          <a:xfrm>
            <a:off x="3332030" y="704146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9714DD1-633B-EB4E-83D3-3BAA1BDA86B7}"/>
              </a:ext>
            </a:extLst>
          </p:cNvPr>
          <p:cNvSpPr/>
          <p:nvPr/>
        </p:nvSpPr>
        <p:spPr>
          <a:xfrm>
            <a:off x="4206043" y="704511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1F4F0EE-7A0B-C653-BC48-EC57972B2902}"/>
              </a:ext>
            </a:extLst>
          </p:cNvPr>
          <p:cNvSpPr/>
          <p:nvPr/>
        </p:nvSpPr>
        <p:spPr>
          <a:xfrm>
            <a:off x="1443258" y="917257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3AF0099-8A18-81ED-2AB5-85EC9DEE9CAC}"/>
              </a:ext>
            </a:extLst>
          </p:cNvPr>
          <p:cNvSpPr/>
          <p:nvPr/>
        </p:nvSpPr>
        <p:spPr>
          <a:xfrm>
            <a:off x="2496990" y="919574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56EE608-FCB3-98B7-C724-931FBACD3C77}"/>
              </a:ext>
            </a:extLst>
          </p:cNvPr>
          <p:cNvSpPr/>
          <p:nvPr/>
        </p:nvSpPr>
        <p:spPr>
          <a:xfrm>
            <a:off x="3332030" y="9199624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쪽파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 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93C9784-2B3D-98EC-87EB-E1939E8030D0}"/>
              </a:ext>
            </a:extLst>
          </p:cNvPr>
          <p:cNvSpPr/>
          <p:nvPr/>
        </p:nvSpPr>
        <p:spPr>
          <a:xfrm>
            <a:off x="4206043" y="9203273"/>
            <a:ext cx="933468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미원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B405436-AEFD-F07D-A5DE-391A6D8E3F2B}"/>
              </a:ext>
            </a:extLst>
          </p:cNvPr>
          <p:cNvSpPr/>
          <p:nvPr/>
        </p:nvSpPr>
        <p:spPr>
          <a:xfrm>
            <a:off x="5169949" y="9199274"/>
            <a:ext cx="1499080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다시다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멸치액젓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52" name="Picture 4" descr="확인하다 - 무료 ui개 아이콘">
            <a:extLst>
              <a:ext uri="{FF2B5EF4-FFF2-40B4-BE49-F238E27FC236}">
                <a16:creationId xmlns:a16="http://schemas.microsoft.com/office/drawing/2014/main" id="{32583B1D-6260-DB24-F3E8-C89E72B64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40" y="765349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4" descr="확인하다 - 무료 ui개 아이콘">
            <a:extLst>
              <a:ext uri="{FF2B5EF4-FFF2-40B4-BE49-F238E27FC236}">
                <a16:creationId xmlns:a16="http://schemas.microsoft.com/office/drawing/2014/main" id="{5461C41A-46CF-188E-54CE-E6260B283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846" y="547081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확인하다 - 무료 ui개 아이콘">
            <a:extLst>
              <a:ext uri="{FF2B5EF4-FFF2-40B4-BE49-F238E27FC236}">
                <a16:creationId xmlns:a16="http://schemas.microsoft.com/office/drawing/2014/main" id="{14AA1480-67FD-69FE-F0A9-D6CF846A2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63" y="3298972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BA65935-C5EE-0FE0-1263-024AD5703314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53A96C5D-3897-8D78-FD0F-F6D7E1EAD9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B9B28F4-E373-E4F4-F0F4-8840994B4A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B93173E-91E8-82BE-9560-F607509F8912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88D0DE-A5F9-93CC-E585-C06A23B195E4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4127" name="TextBox 4126">
            <a:extLst>
              <a:ext uri="{FF2B5EF4-FFF2-40B4-BE49-F238E27FC236}">
                <a16:creationId xmlns:a16="http://schemas.microsoft.com/office/drawing/2014/main" id="{C5E57B00-7C1F-DD59-078C-2F24EB702AAB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4128" name="TextBox 4127">
            <a:extLst>
              <a:ext uri="{FF2B5EF4-FFF2-40B4-BE49-F238E27FC236}">
                <a16:creationId xmlns:a16="http://schemas.microsoft.com/office/drawing/2014/main" id="{A6F5D476-3BA1-814B-E86D-F370C5C8B657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4140" name="그림 4139">
            <a:extLst>
              <a:ext uri="{FF2B5EF4-FFF2-40B4-BE49-F238E27FC236}">
                <a16:creationId xmlns:a16="http://schemas.microsoft.com/office/drawing/2014/main" id="{19A36DA1-9641-9155-EE82-D1D5224A35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599" y="14667662"/>
            <a:ext cx="536551" cy="334623"/>
          </a:xfrm>
          <a:prstGeom prst="rect">
            <a:avLst/>
          </a:prstGeom>
        </p:spPr>
      </p:pic>
      <p:pic>
        <p:nvPicPr>
          <p:cNvPr id="4144" name="그림 4143">
            <a:extLst>
              <a:ext uri="{FF2B5EF4-FFF2-40B4-BE49-F238E27FC236}">
                <a16:creationId xmlns:a16="http://schemas.microsoft.com/office/drawing/2014/main" id="{C763BB27-BE7B-AF5B-6046-D20ADE113F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61" y="14567438"/>
            <a:ext cx="299565" cy="528732"/>
          </a:xfrm>
          <a:prstGeom prst="rect">
            <a:avLst/>
          </a:prstGeom>
        </p:spPr>
      </p:pic>
      <p:pic>
        <p:nvPicPr>
          <p:cNvPr id="4154" name="그림 4153">
            <a:extLst>
              <a:ext uri="{FF2B5EF4-FFF2-40B4-BE49-F238E27FC236}">
                <a16:creationId xmlns:a16="http://schemas.microsoft.com/office/drawing/2014/main" id="{8B11CFB8-3FF5-BB70-DDDD-46366DF4ED0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4155" name="그림 4154">
            <a:extLst>
              <a:ext uri="{FF2B5EF4-FFF2-40B4-BE49-F238E27FC236}">
                <a16:creationId xmlns:a16="http://schemas.microsoft.com/office/drawing/2014/main" id="{BEBD58B7-1610-D05F-7BFF-4D8F521B4E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4156" name="TextBox 4155">
            <a:extLst>
              <a:ext uri="{FF2B5EF4-FFF2-40B4-BE49-F238E27FC236}">
                <a16:creationId xmlns:a16="http://schemas.microsoft.com/office/drawing/2014/main" id="{4A8BB114-F02A-EB3D-A3E1-770B4597146D}"/>
              </a:ext>
            </a:extLst>
          </p:cNvPr>
          <p:cNvSpPr txBox="1"/>
          <p:nvPr/>
        </p:nvSpPr>
        <p:spPr>
          <a:xfrm>
            <a:off x="850034" y="1494365"/>
            <a:ext cx="547576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사용자 닉네임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님의 재료 기반 레시피 추천</a:t>
            </a:r>
          </a:p>
        </p:txBody>
      </p:sp>
      <p:sp>
        <p:nvSpPr>
          <p:cNvPr id="4175" name="사각형: 둥근 모서리 4174">
            <a:extLst>
              <a:ext uri="{FF2B5EF4-FFF2-40B4-BE49-F238E27FC236}">
                <a16:creationId xmlns:a16="http://schemas.microsoft.com/office/drawing/2014/main" id="{5B70171B-5C25-A485-9A19-29F45F6E8F7D}"/>
              </a:ext>
            </a:extLst>
          </p:cNvPr>
          <p:cNvSpPr/>
          <p:nvPr/>
        </p:nvSpPr>
        <p:spPr>
          <a:xfrm>
            <a:off x="4373073" y="1935953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댓글순 ∨</a:t>
            </a:r>
          </a:p>
        </p:txBody>
      </p:sp>
      <p:sp>
        <p:nvSpPr>
          <p:cNvPr id="4176" name="사각형: 둥근 모서리 4175">
            <a:extLst>
              <a:ext uri="{FF2B5EF4-FFF2-40B4-BE49-F238E27FC236}">
                <a16:creationId xmlns:a16="http://schemas.microsoft.com/office/drawing/2014/main" id="{54C3F187-91C6-F315-FBC4-8E7ED044C7FD}"/>
              </a:ext>
            </a:extLst>
          </p:cNvPr>
          <p:cNvSpPr/>
          <p:nvPr/>
        </p:nvSpPr>
        <p:spPr>
          <a:xfrm>
            <a:off x="5099020" y="1935953"/>
            <a:ext cx="608440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최신순 ∨</a:t>
            </a:r>
          </a:p>
        </p:txBody>
      </p:sp>
      <p:sp>
        <p:nvSpPr>
          <p:cNvPr id="4177" name="사각형: 둥근 모서리 4176">
            <a:extLst>
              <a:ext uri="{FF2B5EF4-FFF2-40B4-BE49-F238E27FC236}">
                <a16:creationId xmlns:a16="http://schemas.microsoft.com/office/drawing/2014/main" id="{862BBDE4-3EA3-2916-FE97-2B222030A672}"/>
              </a:ext>
            </a:extLst>
          </p:cNvPr>
          <p:cNvSpPr/>
          <p:nvPr/>
        </p:nvSpPr>
        <p:spPr>
          <a:xfrm>
            <a:off x="3647127" y="1935953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좋아요순</a:t>
            </a:r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sp>
        <p:nvSpPr>
          <p:cNvPr id="4178" name="사각형: 둥근 모서리 4177">
            <a:extLst>
              <a:ext uri="{FF2B5EF4-FFF2-40B4-BE49-F238E27FC236}">
                <a16:creationId xmlns:a16="http://schemas.microsoft.com/office/drawing/2014/main" id="{5C46F5FE-D4F5-8170-4CA2-B863024E9651}"/>
              </a:ext>
            </a:extLst>
          </p:cNvPr>
          <p:cNvSpPr/>
          <p:nvPr/>
        </p:nvSpPr>
        <p:spPr>
          <a:xfrm>
            <a:off x="1681022" y="1935953"/>
            <a:ext cx="874479" cy="204073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재료매칭률순</a:t>
            </a:r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sp>
        <p:nvSpPr>
          <p:cNvPr id="4179" name="사각형: 둥근 모서리 4178">
            <a:extLst>
              <a:ext uri="{FF2B5EF4-FFF2-40B4-BE49-F238E27FC236}">
                <a16:creationId xmlns:a16="http://schemas.microsoft.com/office/drawing/2014/main" id="{50DADE56-278E-1AD6-40AC-60769DD026C5}"/>
              </a:ext>
            </a:extLst>
          </p:cNvPr>
          <p:cNvSpPr/>
          <p:nvPr/>
        </p:nvSpPr>
        <p:spPr>
          <a:xfrm>
            <a:off x="2590698" y="1934854"/>
            <a:ext cx="1021232" cy="2040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 </a:t>
            </a:r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임박순</a:t>
            </a:r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pic>
        <p:nvPicPr>
          <p:cNvPr id="3074" name="Picture 2" descr="필터 - 무료 편집 도구개 아이콘">
            <a:extLst>
              <a:ext uri="{FF2B5EF4-FFF2-40B4-BE49-F238E27FC236}">
                <a16:creationId xmlns:a16="http://schemas.microsoft.com/office/drawing/2014/main" id="{E4828AF8-AF9D-66A5-2330-104875ECC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499" y="2005632"/>
            <a:ext cx="90829" cy="97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80" name="사각형: 둥근 모서리 4179">
            <a:extLst>
              <a:ext uri="{FF2B5EF4-FFF2-40B4-BE49-F238E27FC236}">
                <a16:creationId xmlns:a16="http://schemas.microsoft.com/office/drawing/2014/main" id="{5C6BE7D4-E492-D224-0B48-FCEB4DC3E2F8}"/>
              </a:ext>
            </a:extLst>
          </p:cNvPr>
          <p:cNvSpPr/>
          <p:nvPr/>
        </p:nvSpPr>
        <p:spPr>
          <a:xfrm>
            <a:off x="270555" y="9623386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81" name="TextBox 4180">
            <a:extLst>
              <a:ext uri="{FF2B5EF4-FFF2-40B4-BE49-F238E27FC236}">
                <a16:creationId xmlns:a16="http://schemas.microsoft.com/office/drawing/2014/main" id="{DF430D6F-4C1A-0A2E-4DCD-B2C61D55AB03}"/>
              </a:ext>
            </a:extLst>
          </p:cNvPr>
          <p:cNvSpPr txBox="1"/>
          <p:nvPr/>
        </p:nvSpPr>
        <p:spPr>
          <a:xfrm>
            <a:off x="1431227" y="9737728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82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A91C9729-DFF8-11FC-A669-390A962214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44078" y="9805927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83" name="사각형: 둥근 모서리 4182">
            <a:extLst>
              <a:ext uri="{FF2B5EF4-FFF2-40B4-BE49-F238E27FC236}">
                <a16:creationId xmlns:a16="http://schemas.microsoft.com/office/drawing/2014/main" id="{60907A77-9F9B-7467-C59E-06F42070FA38}"/>
              </a:ext>
            </a:extLst>
          </p:cNvPr>
          <p:cNvSpPr/>
          <p:nvPr/>
        </p:nvSpPr>
        <p:spPr>
          <a:xfrm>
            <a:off x="437921" y="10711594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4" name="TextBox 4183">
            <a:extLst>
              <a:ext uri="{FF2B5EF4-FFF2-40B4-BE49-F238E27FC236}">
                <a16:creationId xmlns:a16="http://schemas.microsoft.com/office/drawing/2014/main" id="{9ECA64BC-DD97-097E-2143-6DE8DDF67B3B}"/>
              </a:ext>
            </a:extLst>
          </p:cNvPr>
          <p:cNvSpPr txBox="1"/>
          <p:nvPr/>
        </p:nvSpPr>
        <p:spPr>
          <a:xfrm>
            <a:off x="5925982" y="9737728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4185" name="TextBox 4184">
            <a:extLst>
              <a:ext uri="{FF2B5EF4-FFF2-40B4-BE49-F238E27FC236}">
                <a16:creationId xmlns:a16="http://schemas.microsoft.com/office/drawing/2014/main" id="{CB6EBC2A-0380-5293-C764-4A7D49115843}"/>
              </a:ext>
            </a:extLst>
          </p:cNvPr>
          <p:cNvSpPr txBox="1"/>
          <p:nvPr/>
        </p:nvSpPr>
        <p:spPr>
          <a:xfrm>
            <a:off x="1413129" y="10082126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 메뉴이기 때문에 앞다리살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삼겹살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뒷다리살 등 구입을 해오면 볶아먹게 되는 것 같습니다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…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86" name="사각형: 둥근 모서리 4185">
            <a:extLst>
              <a:ext uri="{FF2B5EF4-FFF2-40B4-BE49-F238E27FC236}">
                <a16:creationId xmlns:a16="http://schemas.microsoft.com/office/drawing/2014/main" id="{D648393C-E500-4167-4BE5-960CE6E92918}"/>
              </a:ext>
            </a:extLst>
          </p:cNvPr>
          <p:cNvSpPr/>
          <p:nvPr/>
        </p:nvSpPr>
        <p:spPr>
          <a:xfrm>
            <a:off x="1450460" y="1070753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87" name="사각형: 둥근 모서리 4186">
            <a:extLst>
              <a:ext uri="{FF2B5EF4-FFF2-40B4-BE49-F238E27FC236}">
                <a16:creationId xmlns:a16="http://schemas.microsoft.com/office/drawing/2014/main" id="{504557F7-1819-5C1C-16F1-1AD4015218C9}"/>
              </a:ext>
            </a:extLst>
          </p:cNvPr>
          <p:cNvSpPr/>
          <p:nvPr/>
        </p:nvSpPr>
        <p:spPr>
          <a:xfrm>
            <a:off x="1450460" y="1100354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88" name="사각형: 둥근 모서리 4187">
            <a:extLst>
              <a:ext uri="{FF2B5EF4-FFF2-40B4-BE49-F238E27FC236}">
                <a16:creationId xmlns:a16="http://schemas.microsoft.com/office/drawing/2014/main" id="{2763450C-F4FA-B7D9-E210-C563EB4E8013}"/>
              </a:ext>
            </a:extLst>
          </p:cNvPr>
          <p:cNvSpPr/>
          <p:nvPr/>
        </p:nvSpPr>
        <p:spPr>
          <a:xfrm>
            <a:off x="2504192" y="1100071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9" name="사각형: 둥근 모서리 4188">
            <a:extLst>
              <a:ext uri="{FF2B5EF4-FFF2-40B4-BE49-F238E27FC236}">
                <a16:creationId xmlns:a16="http://schemas.microsoft.com/office/drawing/2014/main" id="{3BCC11A3-F625-D2BC-337F-DDF916C4D5B0}"/>
              </a:ext>
            </a:extLst>
          </p:cNvPr>
          <p:cNvSpPr/>
          <p:nvPr/>
        </p:nvSpPr>
        <p:spPr>
          <a:xfrm>
            <a:off x="2999231" y="1100071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sp>
        <p:nvSpPr>
          <p:cNvPr id="4190" name="사각형: 둥근 모서리 4189">
            <a:extLst>
              <a:ext uri="{FF2B5EF4-FFF2-40B4-BE49-F238E27FC236}">
                <a16:creationId xmlns:a16="http://schemas.microsoft.com/office/drawing/2014/main" id="{97D9DA80-2F5C-8555-F58D-1146EF375B16}"/>
              </a:ext>
            </a:extLst>
          </p:cNvPr>
          <p:cNvSpPr/>
          <p:nvPr/>
        </p:nvSpPr>
        <p:spPr>
          <a:xfrm>
            <a:off x="2504192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삽겹살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91" name="사각형: 둥근 모서리 4190">
            <a:extLst>
              <a:ext uri="{FF2B5EF4-FFF2-40B4-BE49-F238E27FC236}">
                <a16:creationId xmlns:a16="http://schemas.microsoft.com/office/drawing/2014/main" id="{BE499589-314D-1E10-CDA6-2C8B51DBB7EF}"/>
              </a:ext>
            </a:extLst>
          </p:cNvPr>
          <p:cNvSpPr/>
          <p:nvPr/>
        </p:nvSpPr>
        <p:spPr>
          <a:xfrm>
            <a:off x="3006541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4192" name="사각형: 둥근 모서리 4191">
            <a:extLst>
              <a:ext uri="{FF2B5EF4-FFF2-40B4-BE49-F238E27FC236}">
                <a16:creationId xmlns:a16="http://schemas.microsoft.com/office/drawing/2014/main" id="{E0CFC90A-DB8E-D67C-ABF4-3D9611933C38}"/>
              </a:ext>
            </a:extLst>
          </p:cNvPr>
          <p:cNvSpPr/>
          <p:nvPr/>
        </p:nvSpPr>
        <p:spPr>
          <a:xfrm>
            <a:off x="3508891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4193" name="사각형: 둥근 모서리 4192">
            <a:extLst>
              <a:ext uri="{FF2B5EF4-FFF2-40B4-BE49-F238E27FC236}">
                <a16:creationId xmlns:a16="http://schemas.microsoft.com/office/drawing/2014/main" id="{65DAD88A-126D-4B9C-3BCA-6480B143B86F}"/>
              </a:ext>
            </a:extLst>
          </p:cNvPr>
          <p:cNvSpPr/>
          <p:nvPr/>
        </p:nvSpPr>
        <p:spPr>
          <a:xfrm>
            <a:off x="4011240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194" name="사각형: 둥근 모서리 4193">
            <a:extLst>
              <a:ext uri="{FF2B5EF4-FFF2-40B4-BE49-F238E27FC236}">
                <a16:creationId xmlns:a16="http://schemas.microsoft.com/office/drawing/2014/main" id="{C131480A-6104-250C-1250-9F7E0226B8B6}"/>
              </a:ext>
            </a:extLst>
          </p:cNvPr>
          <p:cNvSpPr/>
          <p:nvPr/>
        </p:nvSpPr>
        <p:spPr>
          <a:xfrm>
            <a:off x="4513590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</a:t>
            </a:r>
          </a:p>
        </p:txBody>
      </p:sp>
      <p:sp>
        <p:nvSpPr>
          <p:cNvPr id="4195" name="사각형: 둥근 모서리 4194">
            <a:extLst>
              <a:ext uri="{FF2B5EF4-FFF2-40B4-BE49-F238E27FC236}">
                <a16:creationId xmlns:a16="http://schemas.microsoft.com/office/drawing/2014/main" id="{11951B71-E35B-F594-EEBD-847335CF714F}"/>
              </a:ext>
            </a:extLst>
          </p:cNvPr>
          <p:cNvSpPr/>
          <p:nvPr/>
        </p:nvSpPr>
        <p:spPr>
          <a:xfrm>
            <a:off x="5015939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96" name="사각형: 둥근 모서리 4195">
            <a:extLst>
              <a:ext uri="{FF2B5EF4-FFF2-40B4-BE49-F238E27FC236}">
                <a16:creationId xmlns:a16="http://schemas.microsoft.com/office/drawing/2014/main" id="{DAB6EC36-D4D8-9447-CE0B-C41B5F9ADCA7}"/>
              </a:ext>
            </a:extLst>
          </p:cNvPr>
          <p:cNvSpPr/>
          <p:nvPr/>
        </p:nvSpPr>
        <p:spPr>
          <a:xfrm>
            <a:off x="5518289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97" name="사각형: 둥근 모서리 4196">
            <a:extLst>
              <a:ext uri="{FF2B5EF4-FFF2-40B4-BE49-F238E27FC236}">
                <a16:creationId xmlns:a16="http://schemas.microsoft.com/office/drawing/2014/main" id="{A3352549-30A5-F294-33A2-24A97EAD62C5}"/>
              </a:ext>
            </a:extLst>
          </p:cNvPr>
          <p:cNvSpPr/>
          <p:nvPr/>
        </p:nvSpPr>
        <p:spPr>
          <a:xfrm>
            <a:off x="6020638" y="107093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 </a:t>
            </a:r>
          </a:p>
        </p:txBody>
      </p:sp>
      <p:sp>
        <p:nvSpPr>
          <p:cNvPr id="4198" name="TextBox 4197">
            <a:extLst>
              <a:ext uri="{FF2B5EF4-FFF2-40B4-BE49-F238E27FC236}">
                <a16:creationId xmlns:a16="http://schemas.microsoft.com/office/drawing/2014/main" id="{9DEB9580-0B1D-4E52-7B2C-862A19695288}"/>
              </a:ext>
            </a:extLst>
          </p:cNvPr>
          <p:cNvSpPr txBox="1"/>
          <p:nvPr/>
        </p:nvSpPr>
        <p:spPr>
          <a:xfrm>
            <a:off x="6511530" y="10663692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99" name="그림 4198">
            <a:extLst>
              <a:ext uri="{FF2B5EF4-FFF2-40B4-BE49-F238E27FC236}">
                <a16:creationId xmlns:a16="http://schemas.microsoft.com/office/drawing/2014/main" id="{6D6ABE12-4A61-4A7D-F712-71BA812474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920"/>
          <a:stretch/>
        </p:blipFill>
        <p:spPr>
          <a:xfrm flipH="1">
            <a:off x="6676231" y="10099303"/>
            <a:ext cx="116844" cy="547211"/>
          </a:xfrm>
          <a:prstGeom prst="rect">
            <a:avLst/>
          </a:prstGeom>
        </p:spPr>
      </p:pic>
      <p:sp>
        <p:nvSpPr>
          <p:cNvPr id="4200" name="사각형: 둥근 모서리 4199">
            <a:extLst>
              <a:ext uri="{FF2B5EF4-FFF2-40B4-BE49-F238E27FC236}">
                <a16:creationId xmlns:a16="http://schemas.microsoft.com/office/drawing/2014/main" id="{ED9F4232-9B83-6B30-0823-5670C8FDA37E}"/>
              </a:ext>
            </a:extLst>
          </p:cNvPr>
          <p:cNvSpPr/>
          <p:nvPr/>
        </p:nvSpPr>
        <p:spPr>
          <a:xfrm>
            <a:off x="270555" y="12198273"/>
            <a:ext cx="6707827" cy="1992490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201" name="TextBox 4200">
            <a:extLst>
              <a:ext uri="{FF2B5EF4-FFF2-40B4-BE49-F238E27FC236}">
                <a16:creationId xmlns:a16="http://schemas.microsoft.com/office/drawing/2014/main" id="{FD05D89C-0FFD-4EB6-33EF-056849D87840}"/>
              </a:ext>
            </a:extLst>
          </p:cNvPr>
          <p:cNvSpPr txBox="1"/>
          <p:nvPr/>
        </p:nvSpPr>
        <p:spPr>
          <a:xfrm>
            <a:off x="1431227" y="11898429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오삼불고기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술안주로 좋지요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~~</a:t>
            </a:r>
          </a:p>
        </p:txBody>
      </p:sp>
      <p:pic>
        <p:nvPicPr>
          <p:cNvPr id="4202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9969CBBF-68EA-8840-139E-1BE4917F63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5844078" y="11966628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03" name="사각형: 둥근 모서리 4202">
            <a:extLst>
              <a:ext uri="{FF2B5EF4-FFF2-40B4-BE49-F238E27FC236}">
                <a16:creationId xmlns:a16="http://schemas.microsoft.com/office/drawing/2014/main" id="{D71290B5-9764-8AD8-755C-136C7955887B}"/>
              </a:ext>
            </a:extLst>
          </p:cNvPr>
          <p:cNvSpPr/>
          <p:nvPr/>
        </p:nvSpPr>
        <p:spPr>
          <a:xfrm>
            <a:off x="437921" y="12872296"/>
            <a:ext cx="871892" cy="80776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04" name="TextBox 4203">
            <a:extLst>
              <a:ext uri="{FF2B5EF4-FFF2-40B4-BE49-F238E27FC236}">
                <a16:creationId xmlns:a16="http://schemas.microsoft.com/office/drawing/2014/main" id="{60E3253F-463D-DBAB-C0A0-EA6B91A264AB}"/>
              </a:ext>
            </a:extLst>
          </p:cNvPr>
          <p:cNvSpPr txBox="1"/>
          <p:nvPr/>
        </p:nvSpPr>
        <p:spPr>
          <a:xfrm>
            <a:off x="5925982" y="11898429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껌딱지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25-04-06</a:t>
            </a:r>
          </a:p>
        </p:txBody>
      </p:sp>
      <p:sp>
        <p:nvSpPr>
          <p:cNvPr id="4205" name="TextBox 4204">
            <a:extLst>
              <a:ext uri="{FF2B5EF4-FFF2-40B4-BE49-F238E27FC236}">
                <a16:creationId xmlns:a16="http://schemas.microsoft.com/office/drawing/2014/main" id="{8B9E6E4B-F085-0E6F-3289-25E5C2E4BA8A}"/>
              </a:ext>
            </a:extLst>
          </p:cNvPr>
          <p:cNvSpPr txBox="1"/>
          <p:nvPr/>
        </p:nvSpPr>
        <p:spPr>
          <a:xfrm>
            <a:off x="1413129" y="12242827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언제 먹어도 맛있죠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누구나 다 좋아하죠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볶음도 맛있고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제육볶음도 맛있고 고민될 땐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오삼불고기죠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^^.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밥한그릇 뚝딱하게 만드는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애정하는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메뉴입니다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먼저 통오징어를 먼저 손질해 줍니다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 몸통안으로 손가락을 넣어 오징어 몸통과 내장이 연결되어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206" name="사각형: 둥근 모서리 4205">
            <a:extLst>
              <a:ext uri="{FF2B5EF4-FFF2-40B4-BE49-F238E27FC236}">
                <a16:creationId xmlns:a16="http://schemas.microsoft.com/office/drawing/2014/main" id="{2264D0E3-C18B-4766-280C-EE254CFF871A}"/>
              </a:ext>
            </a:extLst>
          </p:cNvPr>
          <p:cNvSpPr/>
          <p:nvPr/>
        </p:nvSpPr>
        <p:spPr>
          <a:xfrm>
            <a:off x="1450460" y="1286823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207" name="사각형: 둥근 모서리 4206">
            <a:extLst>
              <a:ext uri="{FF2B5EF4-FFF2-40B4-BE49-F238E27FC236}">
                <a16:creationId xmlns:a16="http://schemas.microsoft.com/office/drawing/2014/main" id="{B64CBCB6-1817-5DA0-35F3-70C703C18F1B}"/>
              </a:ext>
            </a:extLst>
          </p:cNvPr>
          <p:cNvSpPr/>
          <p:nvPr/>
        </p:nvSpPr>
        <p:spPr>
          <a:xfrm>
            <a:off x="1450460" y="1316424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208" name="사각형: 둥근 모서리 4207">
            <a:extLst>
              <a:ext uri="{FF2B5EF4-FFF2-40B4-BE49-F238E27FC236}">
                <a16:creationId xmlns:a16="http://schemas.microsoft.com/office/drawing/2014/main" id="{C3E7BD94-E680-8239-DA4F-A0F5FBE7A9D5}"/>
              </a:ext>
            </a:extLst>
          </p:cNvPr>
          <p:cNvSpPr/>
          <p:nvPr/>
        </p:nvSpPr>
        <p:spPr>
          <a:xfrm>
            <a:off x="2504192" y="131614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09" name="사각형: 둥근 모서리 4208">
            <a:extLst>
              <a:ext uri="{FF2B5EF4-FFF2-40B4-BE49-F238E27FC236}">
                <a16:creationId xmlns:a16="http://schemas.microsoft.com/office/drawing/2014/main" id="{B8378336-B742-15C7-C39E-7EB60FD8AA0C}"/>
              </a:ext>
            </a:extLst>
          </p:cNvPr>
          <p:cNvSpPr/>
          <p:nvPr/>
        </p:nvSpPr>
        <p:spPr>
          <a:xfrm>
            <a:off x="2999231" y="131614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</a:t>
            </a:r>
          </a:p>
        </p:txBody>
      </p:sp>
      <p:sp>
        <p:nvSpPr>
          <p:cNvPr id="4210" name="사각형: 둥근 모서리 4209">
            <a:extLst>
              <a:ext uri="{FF2B5EF4-FFF2-40B4-BE49-F238E27FC236}">
                <a16:creationId xmlns:a16="http://schemas.microsoft.com/office/drawing/2014/main" id="{40C62472-9608-92A4-138C-D8965703493D}"/>
              </a:ext>
            </a:extLst>
          </p:cNvPr>
          <p:cNvSpPr/>
          <p:nvPr/>
        </p:nvSpPr>
        <p:spPr>
          <a:xfrm>
            <a:off x="2504192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4211" name="사각형: 둥근 모서리 4210">
            <a:extLst>
              <a:ext uri="{FF2B5EF4-FFF2-40B4-BE49-F238E27FC236}">
                <a16:creationId xmlns:a16="http://schemas.microsoft.com/office/drawing/2014/main" id="{F4B96247-46B6-F9A8-DE01-8CA5A750564A}"/>
              </a:ext>
            </a:extLst>
          </p:cNvPr>
          <p:cNvSpPr/>
          <p:nvPr/>
        </p:nvSpPr>
        <p:spPr>
          <a:xfrm>
            <a:off x="3006541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고추장 </a:t>
            </a:r>
          </a:p>
        </p:txBody>
      </p:sp>
      <p:sp>
        <p:nvSpPr>
          <p:cNvPr id="4212" name="사각형: 둥근 모서리 4211">
            <a:extLst>
              <a:ext uri="{FF2B5EF4-FFF2-40B4-BE49-F238E27FC236}">
                <a16:creationId xmlns:a16="http://schemas.microsoft.com/office/drawing/2014/main" id="{5E447432-7FF9-2023-C6BF-D617A495ED39}"/>
              </a:ext>
            </a:extLst>
          </p:cNvPr>
          <p:cNvSpPr/>
          <p:nvPr/>
        </p:nvSpPr>
        <p:spPr>
          <a:xfrm>
            <a:off x="3508891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4213" name="사각형: 둥근 모서리 4212">
            <a:extLst>
              <a:ext uri="{FF2B5EF4-FFF2-40B4-BE49-F238E27FC236}">
                <a16:creationId xmlns:a16="http://schemas.microsoft.com/office/drawing/2014/main" id="{4F351E4D-E19E-50C8-6669-78BE1B3BD25D}"/>
              </a:ext>
            </a:extLst>
          </p:cNvPr>
          <p:cNvSpPr/>
          <p:nvPr/>
        </p:nvSpPr>
        <p:spPr>
          <a:xfrm>
            <a:off x="4011240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214" name="사각형: 둥근 모서리 4213">
            <a:extLst>
              <a:ext uri="{FF2B5EF4-FFF2-40B4-BE49-F238E27FC236}">
                <a16:creationId xmlns:a16="http://schemas.microsoft.com/office/drawing/2014/main" id="{7604F271-2F5A-519E-3208-109BC2BAA16E}"/>
              </a:ext>
            </a:extLst>
          </p:cNvPr>
          <p:cNvSpPr/>
          <p:nvPr/>
        </p:nvSpPr>
        <p:spPr>
          <a:xfrm>
            <a:off x="4513590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된장</a:t>
            </a:r>
          </a:p>
        </p:txBody>
      </p:sp>
      <p:sp>
        <p:nvSpPr>
          <p:cNvPr id="4215" name="사각형: 둥근 모서리 4214">
            <a:extLst>
              <a:ext uri="{FF2B5EF4-FFF2-40B4-BE49-F238E27FC236}">
                <a16:creationId xmlns:a16="http://schemas.microsoft.com/office/drawing/2014/main" id="{9FF692EC-1336-B00B-6A65-2FE465975468}"/>
              </a:ext>
            </a:extLst>
          </p:cNvPr>
          <p:cNvSpPr/>
          <p:nvPr/>
        </p:nvSpPr>
        <p:spPr>
          <a:xfrm>
            <a:off x="5015939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16" name="사각형: 둥근 모서리 4215">
            <a:extLst>
              <a:ext uri="{FF2B5EF4-FFF2-40B4-BE49-F238E27FC236}">
                <a16:creationId xmlns:a16="http://schemas.microsoft.com/office/drawing/2014/main" id="{C8251DFE-EFC4-BD3A-1CE7-6BBE4E5A376B}"/>
              </a:ext>
            </a:extLst>
          </p:cNvPr>
          <p:cNvSpPr/>
          <p:nvPr/>
        </p:nvSpPr>
        <p:spPr>
          <a:xfrm>
            <a:off x="5518289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후춧가루</a:t>
            </a:r>
          </a:p>
        </p:txBody>
      </p:sp>
      <p:sp>
        <p:nvSpPr>
          <p:cNvPr id="4217" name="사각형: 둥근 모서리 4216">
            <a:extLst>
              <a:ext uri="{FF2B5EF4-FFF2-40B4-BE49-F238E27FC236}">
                <a16:creationId xmlns:a16="http://schemas.microsoft.com/office/drawing/2014/main" id="{C4A29C13-08AF-8ABA-BBCE-C30CF0BCA564}"/>
              </a:ext>
            </a:extLst>
          </p:cNvPr>
          <p:cNvSpPr/>
          <p:nvPr/>
        </p:nvSpPr>
        <p:spPr>
          <a:xfrm>
            <a:off x="6020638" y="12870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218" name="TextBox 4217">
            <a:extLst>
              <a:ext uri="{FF2B5EF4-FFF2-40B4-BE49-F238E27FC236}">
                <a16:creationId xmlns:a16="http://schemas.microsoft.com/office/drawing/2014/main" id="{9DCA36A0-6D89-D321-0B6C-01875CFD3643}"/>
              </a:ext>
            </a:extLst>
          </p:cNvPr>
          <p:cNvSpPr txBox="1"/>
          <p:nvPr/>
        </p:nvSpPr>
        <p:spPr>
          <a:xfrm>
            <a:off x="6511530" y="12824393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219" name="그림 4218">
            <a:extLst>
              <a:ext uri="{FF2B5EF4-FFF2-40B4-BE49-F238E27FC236}">
                <a16:creationId xmlns:a16="http://schemas.microsoft.com/office/drawing/2014/main" id="{156C8FBC-C26E-3D6A-FF71-171F10ECE5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920"/>
          <a:stretch/>
        </p:blipFill>
        <p:spPr>
          <a:xfrm flipH="1">
            <a:off x="6676231" y="12260004"/>
            <a:ext cx="116844" cy="547211"/>
          </a:xfrm>
          <a:prstGeom prst="rect">
            <a:avLst/>
          </a:prstGeom>
        </p:spPr>
      </p:pic>
      <p:pic>
        <p:nvPicPr>
          <p:cNvPr id="4220" name="그림 4219">
            <a:extLst>
              <a:ext uri="{FF2B5EF4-FFF2-40B4-BE49-F238E27FC236}">
                <a16:creationId xmlns:a16="http://schemas.microsoft.com/office/drawing/2014/main" id="{73316060-87EB-1ED4-A607-BB0F32393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78" y="9768441"/>
            <a:ext cx="826571" cy="795050"/>
          </a:xfrm>
          <a:prstGeom prst="rect">
            <a:avLst/>
          </a:prstGeom>
        </p:spPr>
      </p:pic>
      <p:pic>
        <p:nvPicPr>
          <p:cNvPr id="4221" name="그림 4220">
            <a:extLst>
              <a:ext uri="{FF2B5EF4-FFF2-40B4-BE49-F238E27FC236}">
                <a16:creationId xmlns:a16="http://schemas.microsoft.com/office/drawing/2014/main" id="{BF7ED80B-3C53-F270-5389-E46D44E6A9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00" y="11931412"/>
            <a:ext cx="847972" cy="807765"/>
          </a:xfrm>
          <a:prstGeom prst="rect">
            <a:avLst/>
          </a:prstGeom>
        </p:spPr>
      </p:pic>
      <p:sp>
        <p:nvSpPr>
          <p:cNvPr id="4222" name="사각형: 둥근 모서리 4221">
            <a:extLst>
              <a:ext uri="{FF2B5EF4-FFF2-40B4-BE49-F238E27FC236}">
                <a16:creationId xmlns:a16="http://schemas.microsoft.com/office/drawing/2014/main" id="{C2A373E3-ED01-3668-B4A7-4FDFFF3CCC15}"/>
              </a:ext>
            </a:extLst>
          </p:cNvPr>
          <p:cNvSpPr/>
          <p:nvPr/>
        </p:nvSpPr>
        <p:spPr>
          <a:xfrm>
            <a:off x="3498183" y="1316141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</a:t>
            </a:r>
          </a:p>
        </p:txBody>
      </p:sp>
      <p:sp>
        <p:nvSpPr>
          <p:cNvPr id="4223" name="사각형: 둥근 모서리 4222">
            <a:extLst>
              <a:ext uri="{FF2B5EF4-FFF2-40B4-BE49-F238E27FC236}">
                <a16:creationId xmlns:a16="http://schemas.microsoft.com/office/drawing/2014/main" id="{7972CEFF-7304-3594-6745-851EAB4AB1E1}"/>
              </a:ext>
            </a:extLst>
          </p:cNvPr>
          <p:cNvSpPr/>
          <p:nvPr/>
        </p:nvSpPr>
        <p:spPr>
          <a:xfrm>
            <a:off x="4011240" y="1316141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</a:t>
            </a:r>
          </a:p>
        </p:txBody>
      </p:sp>
      <p:sp>
        <p:nvSpPr>
          <p:cNvPr id="2048" name="사각형: 둥근 모서리 2047">
            <a:extLst>
              <a:ext uri="{FF2B5EF4-FFF2-40B4-BE49-F238E27FC236}">
                <a16:creationId xmlns:a16="http://schemas.microsoft.com/office/drawing/2014/main" id="{D91B6AB8-0CCF-25B6-DD73-CECD0CEEAFDF}"/>
              </a:ext>
            </a:extLst>
          </p:cNvPr>
          <p:cNvSpPr/>
          <p:nvPr/>
        </p:nvSpPr>
        <p:spPr>
          <a:xfrm>
            <a:off x="3508891" y="1100354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2049" name="사각형: 둥근 모서리 2048">
            <a:extLst>
              <a:ext uri="{FF2B5EF4-FFF2-40B4-BE49-F238E27FC236}">
                <a16:creationId xmlns:a16="http://schemas.microsoft.com/office/drawing/2014/main" id="{9A592C51-E252-4C16-7420-5AEB45D2DAF9}"/>
              </a:ext>
            </a:extLst>
          </p:cNvPr>
          <p:cNvSpPr/>
          <p:nvPr/>
        </p:nvSpPr>
        <p:spPr>
          <a:xfrm>
            <a:off x="4507641" y="13161417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매실액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50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2C12C938-56D1-6434-E4E2-DCE900B2A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02362" y="11956190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5F83F711-909B-645A-21AC-2DC7FEEFBA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5210325" y="9789353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사각형: 둥근 모서리 2052">
            <a:extLst>
              <a:ext uri="{FF2B5EF4-FFF2-40B4-BE49-F238E27FC236}">
                <a16:creationId xmlns:a16="http://schemas.microsoft.com/office/drawing/2014/main" id="{C5B23533-81AF-31DD-64BA-D990CE7B9B26}"/>
              </a:ext>
            </a:extLst>
          </p:cNvPr>
          <p:cNvSpPr/>
          <p:nvPr/>
        </p:nvSpPr>
        <p:spPr>
          <a:xfrm>
            <a:off x="1450460" y="1130072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2054" name="사각형: 둥근 모서리 2053">
            <a:extLst>
              <a:ext uri="{FF2B5EF4-FFF2-40B4-BE49-F238E27FC236}">
                <a16:creationId xmlns:a16="http://schemas.microsoft.com/office/drawing/2014/main" id="{81E58988-DD75-B9DC-9655-73F45853ADB3}"/>
              </a:ext>
            </a:extLst>
          </p:cNvPr>
          <p:cNvSpPr/>
          <p:nvPr/>
        </p:nvSpPr>
        <p:spPr>
          <a:xfrm>
            <a:off x="2504192" y="11323893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55" name="사각형: 둥근 모서리 2054">
            <a:extLst>
              <a:ext uri="{FF2B5EF4-FFF2-40B4-BE49-F238E27FC236}">
                <a16:creationId xmlns:a16="http://schemas.microsoft.com/office/drawing/2014/main" id="{5C9B4EAD-68D5-1B7F-1F3F-B8BEB781224F}"/>
              </a:ext>
            </a:extLst>
          </p:cNvPr>
          <p:cNvSpPr/>
          <p:nvPr/>
        </p:nvSpPr>
        <p:spPr>
          <a:xfrm>
            <a:off x="3339232" y="1132777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56" name="사각형: 둥근 모서리 2055">
            <a:extLst>
              <a:ext uri="{FF2B5EF4-FFF2-40B4-BE49-F238E27FC236}">
                <a16:creationId xmlns:a16="http://schemas.microsoft.com/office/drawing/2014/main" id="{9FB9E8AB-95DD-032A-8DB1-0E4DB64941FD}"/>
              </a:ext>
            </a:extLst>
          </p:cNvPr>
          <p:cNvSpPr/>
          <p:nvPr/>
        </p:nvSpPr>
        <p:spPr>
          <a:xfrm>
            <a:off x="4213245" y="1133142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57" name="사각형: 둥근 모서리 2056">
            <a:extLst>
              <a:ext uri="{FF2B5EF4-FFF2-40B4-BE49-F238E27FC236}">
                <a16:creationId xmlns:a16="http://schemas.microsoft.com/office/drawing/2014/main" id="{7E730FB9-9325-DBEF-81A8-480A38E2F66A}"/>
              </a:ext>
            </a:extLst>
          </p:cNvPr>
          <p:cNvSpPr/>
          <p:nvPr/>
        </p:nvSpPr>
        <p:spPr>
          <a:xfrm>
            <a:off x="1450460" y="1345888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2058" name="사각형: 둥근 모서리 2057">
            <a:extLst>
              <a:ext uri="{FF2B5EF4-FFF2-40B4-BE49-F238E27FC236}">
                <a16:creationId xmlns:a16="http://schemas.microsoft.com/office/drawing/2014/main" id="{A8F06751-24DE-0C41-A563-62B028767C8E}"/>
              </a:ext>
            </a:extLst>
          </p:cNvPr>
          <p:cNvSpPr/>
          <p:nvPr/>
        </p:nvSpPr>
        <p:spPr>
          <a:xfrm>
            <a:off x="2504192" y="1348205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59" name="사각형: 둥근 모서리 2058">
            <a:extLst>
              <a:ext uri="{FF2B5EF4-FFF2-40B4-BE49-F238E27FC236}">
                <a16:creationId xmlns:a16="http://schemas.microsoft.com/office/drawing/2014/main" id="{1D22B389-ACB1-BF54-C85D-6E4C587B28D5}"/>
              </a:ext>
            </a:extLst>
          </p:cNvPr>
          <p:cNvSpPr/>
          <p:nvPr/>
        </p:nvSpPr>
        <p:spPr>
          <a:xfrm>
            <a:off x="3339232" y="13485934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미나리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쪽파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 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60" name="사각형: 둥근 모서리 2059">
            <a:extLst>
              <a:ext uri="{FF2B5EF4-FFF2-40B4-BE49-F238E27FC236}">
                <a16:creationId xmlns:a16="http://schemas.microsoft.com/office/drawing/2014/main" id="{1FFA1228-FF11-984B-1AA4-800A95F682F3}"/>
              </a:ext>
            </a:extLst>
          </p:cNvPr>
          <p:cNvSpPr/>
          <p:nvPr/>
        </p:nvSpPr>
        <p:spPr>
          <a:xfrm>
            <a:off x="4213245" y="13489583"/>
            <a:ext cx="933468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치킨스톡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미원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61" name="사각형: 둥근 모서리 2060">
            <a:extLst>
              <a:ext uri="{FF2B5EF4-FFF2-40B4-BE49-F238E27FC236}">
                <a16:creationId xmlns:a16="http://schemas.microsoft.com/office/drawing/2014/main" id="{B8BD2B69-0BB4-D704-965F-8F5BD294B74B}"/>
              </a:ext>
            </a:extLst>
          </p:cNvPr>
          <p:cNvSpPr/>
          <p:nvPr/>
        </p:nvSpPr>
        <p:spPr>
          <a:xfrm>
            <a:off x="5177151" y="13485584"/>
            <a:ext cx="1499080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코인육수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다시다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멸치액젓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62" name="Picture 4" descr="확인하다 - 무료 ui개 아이콘">
            <a:extLst>
              <a:ext uri="{FF2B5EF4-FFF2-40B4-BE49-F238E27FC236}">
                <a16:creationId xmlns:a16="http://schemas.microsoft.com/office/drawing/2014/main" id="{D2665863-C874-F730-04A9-09CF9D1FB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942" y="1193980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4" descr="확인하다 - 무료 ui개 아이콘">
            <a:extLst>
              <a:ext uri="{FF2B5EF4-FFF2-40B4-BE49-F238E27FC236}">
                <a16:creationId xmlns:a16="http://schemas.microsoft.com/office/drawing/2014/main" id="{5F5853AE-D9F7-BC72-BA63-24943E48E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048" y="9757124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TextBox 2066">
            <a:extLst>
              <a:ext uri="{FF2B5EF4-FFF2-40B4-BE49-F238E27FC236}">
                <a16:creationId xmlns:a16="http://schemas.microsoft.com/office/drawing/2014/main" id="{4547C1A6-5145-A96A-DA7A-36CD67B940EF}"/>
              </a:ext>
            </a:extLst>
          </p:cNvPr>
          <p:cNvSpPr txBox="1"/>
          <p:nvPr/>
        </p:nvSpPr>
        <p:spPr>
          <a:xfrm>
            <a:off x="-1" y="19354569"/>
            <a:ext cx="719931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400" dirty="0"/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필터 기능 선택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앞에서 필터 기능 팝업버튼을 누르게 되면 해당 팝업창이 뜨게 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안에는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요리효능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요리영양분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 식사 대상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TPO’,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요리스타일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포함할 재료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제외할 재료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등을 상세적으로 선택할 수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 본문을 탐색하여 사용자가 선택한 필터 키워드가 레시피 본문 내에 매칭되는 키워드가 나타난다면  해당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레시피만을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필터를 걸어서 보여주는 형식으로 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</p:txBody>
      </p:sp>
      <p:sp>
        <p:nvSpPr>
          <p:cNvPr id="4247" name="직사각형 4246">
            <a:extLst>
              <a:ext uri="{FF2B5EF4-FFF2-40B4-BE49-F238E27FC236}">
                <a16:creationId xmlns:a16="http://schemas.microsoft.com/office/drawing/2014/main" id="{8081360B-7198-EA5E-54F6-2B45D64AFFDA}"/>
              </a:ext>
            </a:extLst>
          </p:cNvPr>
          <p:cNvSpPr/>
          <p:nvPr/>
        </p:nvSpPr>
        <p:spPr>
          <a:xfrm>
            <a:off x="851909" y="2255488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3200" dirty="0"/>
          </a:p>
        </p:txBody>
      </p:sp>
      <p:sp>
        <p:nvSpPr>
          <p:cNvPr id="4249" name="TextBox 4248">
            <a:extLst>
              <a:ext uri="{FF2B5EF4-FFF2-40B4-BE49-F238E27FC236}">
                <a16:creationId xmlns:a16="http://schemas.microsoft.com/office/drawing/2014/main" id="{AA4B5C51-C20D-7C0D-B8EF-F4A8DFB92CED}"/>
              </a:ext>
            </a:extLst>
          </p:cNvPr>
          <p:cNvSpPr txBox="1"/>
          <p:nvPr/>
        </p:nvSpPr>
        <p:spPr>
          <a:xfrm>
            <a:off x="-118714" y="-643623"/>
            <a:ext cx="6708213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필터 기능 팝업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</a:p>
        </p:txBody>
      </p:sp>
      <p:pic>
        <p:nvPicPr>
          <p:cNvPr id="4257" name="그림 4256">
            <a:extLst>
              <a:ext uri="{FF2B5EF4-FFF2-40B4-BE49-F238E27FC236}">
                <a16:creationId xmlns:a16="http://schemas.microsoft.com/office/drawing/2014/main" id="{DC7FFB44-525B-1879-B80E-6F4340631D7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71" y="-40070"/>
            <a:ext cx="7194142" cy="15496347"/>
          </a:xfrm>
          <a:prstGeom prst="rect">
            <a:avLst/>
          </a:prstGeom>
        </p:spPr>
      </p:pic>
      <p:grpSp>
        <p:nvGrpSpPr>
          <p:cNvPr id="4262" name="그룹 4261">
            <a:extLst>
              <a:ext uri="{FF2B5EF4-FFF2-40B4-BE49-F238E27FC236}">
                <a16:creationId xmlns:a16="http://schemas.microsoft.com/office/drawing/2014/main" id="{C33939A1-5AE7-000C-574F-827E61209B13}"/>
              </a:ext>
            </a:extLst>
          </p:cNvPr>
          <p:cNvGrpSpPr/>
          <p:nvPr/>
        </p:nvGrpSpPr>
        <p:grpSpPr>
          <a:xfrm>
            <a:off x="934042" y="2526141"/>
            <a:ext cx="5342154" cy="16932481"/>
            <a:chOff x="9872583" y="2151932"/>
            <a:chExt cx="5342154" cy="1693248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B948720A-72D2-75F2-1D2F-BE7379B87CAE}"/>
                </a:ext>
              </a:extLst>
            </p:cNvPr>
            <p:cNvSpPr/>
            <p:nvPr/>
          </p:nvSpPr>
          <p:spPr>
            <a:xfrm>
              <a:off x="9872583" y="2177658"/>
              <a:ext cx="5342154" cy="16906755"/>
            </a:xfrm>
            <a:prstGeom prst="roundRect">
              <a:avLst>
                <a:gd name="adj" fmla="val 2707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ED0D86F-A2E4-C24B-BAEE-6BC7D252B4E7}"/>
                </a:ext>
              </a:extLst>
            </p:cNvPr>
            <p:cNvSpPr txBox="1"/>
            <p:nvPr/>
          </p:nvSpPr>
          <p:spPr>
            <a:xfrm>
              <a:off x="10681395" y="2401788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필터 기능을 선택해주세요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BA931FC-824A-EFA0-013B-55C19D46DD75}"/>
                </a:ext>
              </a:extLst>
            </p:cNvPr>
            <p:cNvSpPr txBox="1"/>
            <p:nvPr/>
          </p:nvSpPr>
          <p:spPr>
            <a:xfrm>
              <a:off x="14739964" y="2151932"/>
              <a:ext cx="285061" cy="3638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764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x</a:t>
              </a:r>
              <a:endParaRPr lang="ko-KR" altLang="en-US" sz="176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D057CDF-E92E-F060-728F-5359548E19E5}"/>
                </a:ext>
              </a:extLst>
            </p:cNvPr>
            <p:cNvCxnSpPr>
              <a:cxnSpLocks/>
            </p:cNvCxnSpPr>
            <p:nvPr/>
          </p:nvCxnSpPr>
          <p:spPr>
            <a:xfrm>
              <a:off x="10159055" y="2721960"/>
              <a:ext cx="489028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275EF22-F907-7C13-4EDB-B74D17453F2B}"/>
                </a:ext>
              </a:extLst>
            </p:cNvPr>
            <p:cNvSpPr txBox="1"/>
            <p:nvPr/>
          </p:nvSpPr>
          <p:spPr>
            <a:xfrm>
              <a:off x="10012781" y="5255793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■ 요리 효능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E50F0BC2-B9F0-C6F6-2467-7B7A8A21CD23}"/>
                </a:ext>
              </a:extLst>
            </p:cNvPr>
            <p:cNvSpPr/>
            <p:nvPr/>
          </p:nvSpPr>
          <p:spPr>
            <a:xfrm>
              <a:off x="10658803" y="1769179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프랑스</a:t>
              </a: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581A394-0561-D444-0068-1FF7C4C874D5}"/>
                </a:ext>
              </a:extLst>
            </p:cNvPr>
            <p:cNvSpPr/>
            <p:nvPr/>
          </p:nvSpPr>
          <p:spPr>
            <a:xfrm>
              <a:off x="11202819" y="1769179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이탈리안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92B2AB4A-296C-0804-2557-6B8BB9740539}"/>
                </a:ext>
              </a:extLst>
            </p:cNvPr>
            <p:cNvSpPr/>
            <p:nvPr/>
          </p:nvSpPr>
          <p:spPr>
            <a:xfrm>
              <a:off x="11746835" y="1769179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스페인</a:t>
              </a: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5B8FC771-6F34-3F73-8E84-E27F581615E1}"/>
                </a:ext>
              </a:extLst>
            </p:cNvPr>
            <p:cNvSpPr/>
            <p:nvPr/>
          </p:nvSpPr>
          <p:spPr>
            <a:xfrm>
              <a:off x="10114408" y="18545511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키토</a:t>
              </a: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3FB00F9C-AC0D-44CF-11FB-95308D93C4A9}"/>
                </a:ext>
              </a:extLst>
            </p:cNvPr>
            <p:cNvSpPr/>
            <p:nvPr/>
          </p:nvSpPr>
          <p:spPr>
            <a:xfrm>
              <a:off x="12834867" y="1769179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지중해</a:t>
              </a: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7346FE32-8585-406E-5720-50402555F0E2}"/>
                </a:ext>
              </a:extLst>
            </p:cNvPr>
            <p:cNvSpPr/>
            <p:nvPr/>
          </p:nvSpPr>
          <p:spPr>
            <a:xfrm>
              <a:off x="13378881" y="1769179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프랑스</a:t>
              </a: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E79C8670-B1F5-F1C5-66A4-1FD8F90826DC}"/>
                </a:ext>
              </a:extLst>
            </p:cNvPr>
            <p:cNvSpPr/>
            <p:nvPr/>
          </p:nvSpPr>
          <p:spPr>
            <a:xfrm>
              <a:off x="13378881" y="1797439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일본</a:t>
              </a:r>
            </a:p>
          </p:txBody>
        </p:sp>
        <p:sp>
          <p:nvSpPr>
            <p:cNvPr id="4107" name="사각형: 둥근 모서리 4106">
              <a:extLst>
                <a:ext uri="{FF2B5EF4-FFF2-40B4-BE49-F238E27FC236}">
                  <a16:creationId xmlns:a16="http://schemas.microsoft.com/office/drawing/2014/main" id="{7410A6F7-0EC6-19B8-04BF-971760512809}"/>
                </a:ext>
              </a:extLst>
            </p:cNvPr>
            <p:cNvSpPr/>
            <p:nvPr/>
          </p:nvSpPr>
          <p:spPr>
            <a:xfrm>
              <a:off x="10114408" y="18259348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전통</a:t>
              </a:r>
            </a:p>
          </p:txBody>
        </p:sp>
        <p:sp>
          <p:nvSpPr>
            <p:cNvPr id="4130" name="사각형: 둥근 모서리 4129">
              <a:extLst>
                <a:ext uri="{FF2B5EF4-FFF2-40B4-BE49-F238E27FC236}">
                  <a16:creationId xmlns:a16="http://schemas.microsoft.com/office/drawing/2014/main" id="{4565B3C3-0840-A13B-C150-FEEAF734550D}"/>
                </a:ext>
              </a:extLst>
            </p:cNvPr>
            <p:cNvSpPr/>
            <p:nvPr/>
          </p:nvSpPr>
          <p:spPr>
            <a:xfrm>
              <a:off x="10658803" y="18259348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강원도</a:t>
              </a:r>
            </a:p>
          </p:txBody>
        </p:sp>
        <p:sp>
          <p:nvSpPr>
            <p:cNvPr id="4131" name="사각형: 둥근 모서리 4130">
              <a:extLst>
                <a:ext uri="{FF2B5EF4-FFF2-40B4-BE49-F238E27FC236}">
                  <a16:creationId xmlns:a16="http://schemas.microsoft.com/office/drawing/2014/main" id="{7CEF5190-2D0F-CB4D-7169-3B477B0CE2F9}"/>
                </a:ext>
              </a:extLst>
            </p:cNvPr>
            <p:cNvSpPr/>
            <p:nvPr/>
          </p:nvSpPr>
          <p:spPr>
            <a:xfrm>
              <a:off x="11202819" y="18259348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경양식</a:t>
              </a:r>
            </a:p>
          </p:txBody>
        </p:sp>
        <p:sp>
          <p:nvSpPr>
            <p:cNvPr id="4133" name="사각형: 둥근 모서리 4132">
              <a:extLst>
                <a:ext uri="{FF2B5EF4-FFF2-40B4-BE49-F238E27FC236}">
                  <a16:creationId xmlns:a16="http://schemas.microsoft.com/office/drawing/2014/main" id="{E5FE80F4-91FC-90E0-4898-04EDF92DF2B1}"/>
                </a:ext>
              </a:extLst>
            </p:cNvPr>
            <p:cNvSpPr/>
            <p:nvPr/>
          </p:nvSpPr>
          <p:spPr>
            <a:xfrm>
              <a:off x="11746835" y="18259348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궁중</a:t>
              </a:r>
            </a:p>
          </p:txBody>
        </p:sp>
        <p:sp>
          <p:nvSpPr>
            <p:cNvPr id="4134" name="사각형: 둥근 모서리 4133">
              <a:extLst>
                <a:ext uri="{FF2B5EF4-FFF2-40B4-BE49-F238E27FC236}">
                  <a16:creationId xmlns:a16="http://schemas.microsoft.com/office/drawing/2014/main" id="{E0AF92F9-997A-CA58-3D42-358D7283D602}"/>
                </a:ext>
              </a:extLst>
            </p:cNvPr>
            <p:cNvSpPr/>
            <p:nvPr/>
          </p:nvSpPr>
          <p:spPr>
            <a:xfrm>
              <a:off x="10114408" y="1797439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중화</a:t>
              </a:r>
            </a:p>
          </p:txBody>
        </p:sp>
        <p:sp>
          <p:nvSpPr>
            <p:cNvPr id="4136" name="사각형: 둥근 모서리 4135">
              <a:extLst>
                <a:ext uri="{FF2B5EF4-FFF2-40B4-BE49-F238E27FC236}">
                  <a16:creationId xmlns:a16="http://schemas.microsoft.com/office/drawing/2014/main" id="{6F644127-4581-23FA-7135-59432A6C88D7}"/>
                </a:ext>
              </a:extLst>
            </p:cNvPr>
            <p:cNvSpPr/>
            <p:nvPr/>
          </p:nvSpPr>
          <p:spPr>
            <a:xfrm>
              <a:off x="10658803" y="1797439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베트남</a:t>
              </a:r>
            </a:p>
          </p:txBody>
        </p:sp>
        <p:sp>
          <p:nvSpPr>
            <p:cNvPr id="4137" name="사각형: 둥근 모서리 4136">
              <a:extLst>
                <a:ext uri="{FF2B5EF4-FFF2-40B4-BE49-F238E27FC236}">
                  <a16:creationId xmlns:a16="http://schemas.microsoft.com/office/drawing/2014/main" id="{AAC7B1B0-BC3F-1907-2130-D4896788BEA9}"/>
                </a:ext>
              </a:extLst>
            </p:cNvPr>
            <p:cNvSpPr/>
            <p:nvPr/>
          </p:nvSpPr>
          <p:spPr>
            <a:xfrm>
              <a:off x="11202819" y="1797439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그리스</a:t>
              </a:r>
            </a:p>
          </p:txBody>
        </p:sp>
        <p:sp>
          <p:nvSpPr>
            <p:cNvPr id="4138" name="사각형: 둥근 모서리 4137">
              <a:extLst>
                <a:ext uri="{FF2B5EF4-FFF2-40B4-BE49-F238E27FC236}">
                  <a16:creationId xmlns:a16="http://schemas.microsoft.com/office/drawing/2014/main" id="{9536DCC4-59EC-12E8-7892-15AFECFAA86C}"/>
                </a:ext>
              </a:extLst>
            </p:cNvPr>
            <p:cNvSpPr/>
            <p:nvPr/>
          </p:nvSpPr>
          <p:spPr>
            <a:xfrm>
              <a:off x="12290851" y="18259348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경상도</a:t>
              </a:r>
            </a:p>
          </p:txBody>
        </p:sp>
        <p:sp>
          <p:nvSpPr>
            <p:cNvPr id="4139" name="사각형: 둥근 모서리 4138">
              <a:extLst>
                <a:ext uri="{FF2B5EF4-FFF2-40B4-BE49-F238E27FC236}">
                  <a16:creationId xmlns:a16="http://schemas.microsoft.com/office/drawing/2014/main" id="{E1ACF6D3-9659-8342-4494-7046A199454D}"/>
                </a:ext>
              </a:extLst>
            </p:cNvPr>
            <p:cNvSpPr/>
            <p:nvPr/>
          </p:nvSpPr>
          <p:spPr>
            <a:xfrm>
              <a:off x="11746835" y="1797439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서양</a:t>
              </a:r>
            </a:p>
          </p:txBody>
        </p:sp>
        <p:sp>
          <p:nvSpPr>
            <p:cNvPr id="4141" name="사각형: 둥근 모서리 4140">
              <a:extLst>
                <a:ext uri="{FF2B5EF4-FFF2-40B4-BE49-F238E27FC236}">
                  <a16:creationId xmlns:a16="http://schemas.microsoft.com/office/drawing/2014/main" id="{32BC9293-8BEA-E8D6-ED95-2A78A9AE9314}"/>
                </a:ext>
              </a:extLst>
            </p:cNvPr>
            <p:cNvSpPr/>
            <p:nvPr/>
          </p:nvSpPr>
          <p:spPr>
            <a:xfrm>
              <a:off x="12290851" y="1797439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태국</a:t>
              </a:r>
            </a:p>
          </p:txBody>
        </p:sp>
        <p:sp>
          <p:nvSpPr>
            <p:cNvPr id="4142" name="사각형: 둥근 모서리 4141">
              <a:extLst>
                <a:ext uri="{FF2B5EF4-FFF2-40B4-BE49-F238E27FC236}">
                  <a16:creationId xmlns:a16="http://schemas.microsoft.com/office/drawing/2014/main" id="{EE51CA36-CE94-99FF-71DB-2158D5EBBC8F}"/>
                </a:ext>
              </a:extLst>
            </p:cNvPr>
            <p:cNvSpPr/>
            <p:nvPr/>
          </p:nvSpPr>
          <p:spPr>
            <a:xfrm>
              <a:off x="12834867" y="1797439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동남아</a:t>
              </a:r>
            </a:p>
          </p:txBody>
        </p:sp>
        <p:sp>
          <p:nvSpPr>
            <p:cNvPr id="4143" name="사각형: 둥근 모서리 4142">
              <a:extLst>
                <a:ext uri="{FF2B5EF4-FFF2-40B4-BE49-F238E27FC236}">
                  <a16:creationId xmlns:a16="http://schemas.microsoft.com/office/drawing/2014/main" id="{FD312E67-A112-5B53-EAD3-9F4123F3C86E}"/>
                </a:ext>
              </a:extLst>
            </p:cNvPr>
            <p:cNvSpPr/>
            <p:nvPr/>
          </p:nvSpPr>
          <p:spPr>
            <a:xfrm>
              <a:off x="12834867" y="18259348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전라도</a:t>
              </a:r>
            </a:p>
          </p:txBody>
        </p:sp>
        <p:sp>
          <p:nvSpPr>
            <p:cNvPr id="4145" name="사각형: 둥근 모서리 4144">
              <a:extLst>
                <a:ext uri="{FF2B5EF4-FFF2-40B4-BE49-F238E27FC236}">
                  <a16:creationId xmlns:a16="http://schemas.microsoft.com/office/drawing/2014/main" id="{4AC83589-4CAE-078D-921D-0B20C78B0D03}"/>
                </a:ext>
              </a:extLst>
            </p:cNvPr>
            <p:cNvSpPr/>
            <p:nvPr/>
          </p:nvSpPr>
          <p:spPr>
            <a:xfrm>
              <a:off x="10658803" y="18545511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가니쉬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146" name="사각형: 둥근 모서리 4145">
              <a:extLst>
                <a:ext uri="{FF2B5EF4-FFF2-40B4-BE49-F238E27FC236}">
                  <a16:creationId xmlns:a16="http://schemas.microsoft.com/office/drawing/2014/main" id="{D0F5E4D0-9B72-6B97-005E-EA0808900AA8}"/>
                </a:ext>
              </a:extLst>
            </p:cNvPr>
            <p:cNvSpPr/>
            <p:nvPr/>
          </p:nvSpPr>
          <p:spPr>
            <a:xfrm>
              <a:off x="11202819" y="18560745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오마카세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147" name="사각형: 둥근 모서리 4146">
              <a:extLst>
                <a:ext uri="{FF2B5EF4-FFF2-40B4-BE49-F238E27FC236}">
                  <a16:creationId xmlns:a16="http://schemas.microsoft.com/office/drawing/2014/main" id="{939B0016-6C46-A972-9441-B7313829ED0F}"/>
                </a:ext>
              </a:extLst>
            </p:cNvPr>
            <p:cNvSpPr/>
            <p:nvPr/>
          </p:nvSpPr>
          <p:spPr>
            <a:xfrm>
              <a:off x="13378881" y="18259348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황해도</a:t>
              </a:r>
            </a:p>
          </p:txBody>
        </p:sp>
        <p:sp>
          <p:nvSpPr>
            <p:cNvPr id="4153" name="사각형: 둥근 모서리 4152">
              <a:extLst>
                <a:ext uri="{FF2B5EF4-FFF2-40B4-BE49-F238E27FC236}">
                  <a16:creationId xmlns:a16="http://schemas.microsoft.com/office/drawing/2014/main" id="{0811CD69-4EDC-7D20-C8FA-8EF81053DB1F}"/>
                </a:ext>
              </a:extLst>
            </p:cNvPr>
            <p:cNvSpPr/>
            <p:nvPr/>
          </p:nvSpPr>
          <p:spPr>
            <a:xfrm>
              <a:off x="12290851" y="1769179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멕시코</a:t>
              </a:r>
            </a:p>
          </p:txBody>
        </p:sp>
        <p:sp>
          <p:nvSpPr>
            <p:cNvPr id="4157" name="사각형: 둥근 모서리 4156">
              <a:extLst>
                <a:ext uri="{FF2B5EF4-FFF2-40B4-BE49-F238E27FC236}">
                  <a16:creationId xmlns:a16="http://schemas.microsoft.com/office/drawing/2014/main" id="{2DE76E6A-0368-FD86-4BE3-C3F1AFF65CA4}"/>
                </a:ext>
              </a:extLst>
            </p:cNvPr>
            <p:cNvSpPr/>
            <p:nvPr/>
          </p:nvSpPr>
          <p:spPr>
            <a:xfrm>
              <a:off x="10114408" y="1769179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이국</a:t>
              </a:r>
            </a:p>
          </p:txBody>
        </p:sp>
        <p:sp>
          <p:nvSpPr>
            <p:cNvPr id="4158" name="TextBox 4157">
              <a:extLst>
                <a:ext uri="{FF2B5EF4-FFF2-40B4-BE49-F238E27FC236}">
                  <a16:creationId xmlns:a16="http://schemas.microsoft.com/office/drawing/2014/main" id="{48EDE3E2-216A-4CFE-305B-25E567C074E8}"/>
                </a:ext>
              </a:extLst>
            </p:cNvPr>
            <p:cNvSpPr txBox="1"/>
            <p:nvPr/>
          </p:nvSpPr>
          <p:spPr>
            <a:xfrm>
              <a:off x="9999457" y="17046362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■ 요리 스타일</a:t>
              </a:r>
            </a:p>
          </p:txBody>
        </p:sp>
        <p:grpSp>
          <p:nvGrpSpPr>
            <p:cNvPr id="4159" name="그룹 4158">
              <a:extLst>
                <a:ext uri="{FF2B5EF4-FFF2-40B4-BE49-F238E27FC236}">
                  <a16:creationId xmlns:a16="http://schemas.microsoft.com/office/drawing/2014/main" id="{5D6B75B1-72DD-FE62-50F5-74563A5711EF}"/>
                </a:ext>
              </a:extLst>
            </p:cNvPr>
            <p:cNvGrpSpPr/>
            <p:nvPr/>
          </p:nvGrpSpPr>
          <p:grpSpPr>
            <a:xfrm>
              <a:off x="10121168" y="5540577"/>
              <a:ext cx="4272996" cy="450416"/>
              <a:chOff x="6488523" y="2287239"/>
              <a:chExt cx="3392015" cy="357552"/>
            </a:xfrm>
          </p:grpSpPr>
          <p:sp>
            <p:nvSpPr>
              <p:cNvPr id="4238" name="TextBox 4237">
                <a:extLst>
                  <a:ext uri="{FF2B5EF4-FFF2-40B4-BE49-F238E27FC236}">
                    <a16:creationId xmlns:a16="http://schemas.microsoft.com/office/drawing/2014/main" id="{474305E6-926E-3C5B-24D7-9BD59C8D3D7C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다이어트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/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체중조절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/</a:t>
                </a:r>
                <a:r>
                  <a:rPr lang="ko-KR" altLang="en-US" sz="1008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식이조절</a:t>
                </a:r>
                <a:endPara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4239" name="사각형: 둥근 모서리 4238">
                <a:extLst>
                  <a:ext uri="{FF2B5EF4-FFF2-40B4-BE49-F238E27FC236}">
                    <a16:creationId xmlns:a16="http://schemas.microsoft.com/office/drawing/2014/main" id="{1271D32A-7D5F-CA88-6E47-DBBFCEE8E4BA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저지방</a:t>
                </a:r>
              </a:p>
            </p:txBody>
          </p:sp>
          <p:sp>
            <p:nvSpPr>
              <p:cNvPr id="4240" name="사각형: 둥근 모서리 4239">
                <a:extLst>
                  <a:ext uri="{FF2B5EF4-FFF2-40B4-BE49-F238E27FC236}">
                    <a16:creationId xmlns:a16="http://schemas.microsoft.com/office/drawing/2014/main" id="{49D30D32-0B0B-205F-A650-02456B69E639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저칼로리</a:t>
                </a:r>
              </a:p>
            </p:txBody>
          </p:sp>
          <p:sp>
            <p:nvSpPr>
              <p:cNvPr id="4241" name="사각형: 둥근 모서리 4240">
                <a:extLst>
                  <a:ext uri="{FF2B5EF4-FFF2-40B4-BE49-F238E27FC236}">
                    <a16:creationId xmlns:a16="http://schemas.microsoft.com/office/drawing/2014/main" id="{D40BA641-7EE3-1A41-A40E-57DD1594E07E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저당</a:t>
                </a:r>
              </a:p>
            </p:txBody>
          </p:sp>
          <p:sp>
            <p:nvSpPr>
              <p:cNvPr id="4242" name="사각형: 둥근 모서리 4241">
                <a:extLst>
                  <a:ext uri="{FF2B5EF4-FFF2-40B4-BE49-F238E27FC236}">
                    <a16:creationId xmlns:a16="http://schemas.microsoft.com/office/drawing/2014/main" id="{62861ECE-B9FB-2163-BBBB-6D061795DF8B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무설탕</a:t>
                </a:r>
              </a:p>
            </p:txBody>
          </p:sp>
          <p:sp>
            <p:nvSpPr>
              <p:cNvPr id="4243" name="사각형: 둥근 모서리 4242">
                <a:extLst>
                  <a:ext uri="{FF2B5EF4-FFF2-40B4-BE49-F238E27FC236}">
                    <a16:creationId xmlns:a16="http://schemas.microsoft.com/office/drawing/2014/main" id="{EFDAC7A9-004E-5CEE-D8CF-18647484A472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무염</a:t>
                </a:r>
              </a:p>
            </p:txBody>
          </p:sp>
          <p:sp>
            <p:nvSpPr>
              <p:cNvPr id="4244" name="사각형: 둥근 모서리 4243">
                <a:extLst>
                  <a:ext uri="{FF2B5EF4-FFF2-40B4-BE49-F238E27FC236}">
                    <a16:creationId xmlns:a16="http://schemas.microsoft.com/office/drawing/2014/main" id="{0CD91B2E-91A6-BC5F-D1F9-1B1EA27D2993}"/>
                  </a:ext>
                </a:extLst>
              </p:cNvPr>
              <p:cNvSpPr/>
              <p:nvPr/>
            </p:nvSpPr>
            <p:spPr>
              <a:xfrm>
                <a:off x="869752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고단백</a:t>
                </a:r>
              </a:p>
            </p:txBody>
          </p:sp>
          <p:sp>
            <p:nvSpPr>
              <p:cNvPr id="4245" name="사각형: 둥근 모서리 4244">
                <a:extLst>
                  <a:ext uri="{FF2B5EF4-FFF2-40B4-BE49-F238E27FC236}">
                    <a16:creationId xmlns:a16="http://schemas.microsoft.com/office/drawing/2014/main" id="{93234DCD-5F2D-4B50-DAF7-69040209C8CE}"/>
                  </a:ext>
                </a:extLst>
              </p:cNvPr>
              <p:cNvSpPr/>
              <p:nvPr/>
            </p:nvSpPr>
            <p:spPr>
              <a:xfrm>
                <a:off x="910511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다이어트</a:t>
                </a:r>
              </a:p>
            </p:txBody>
          </p:sp>
          <p:sp>
            <p:nvSpPr>
              <p:cNvPr id="4246" name="사각형: 둥근 모서리 4245">
                <a:extLst>
                  <a:ext uri="{FF2B5EF4-FFF2-40B4-BE49-F238E27FC236}">
                    <a16:creationId xmlns:a16="http://schemas.microsoft.com/office/drawing/2014/main" id="{A13461C4-34DC-A925-4DEC-62EF00A1E9E3}"/>
                  </a:ext>
                </a:extLst>
              </p:cNvPr>
              <p:cNvSpPr/>
              <p:nvPr/>
            </p:nvSpPr>
            <p:spPr>
              <a:xfrm>
                <a:off x="9512698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포만감</a:t>
                </a:r>
              </a:p>
            </p:txBody>
          </p:sp>
        </p:grpSp>
        <p:grpSp>
          <p:nvGrpSpPr>
            <p:cNvPr id="4160" name="그룹 4159">
              <a:extLst>
                <a:ext uri="{FF2B5EF4-FFF2-40B4-BE49-F238E27FC236}">
                  <a16:creationId xmlns:a16="http://schemas.microsoft.com/office/drawing/2014/main" id="{FF4E7DB6-AFD0-DAE1-9810-7B10B9C8E5F6}"/>
                </a:ext>
              </a:extLst>
            </p:cNvPr>
            <p:cNvGrpSpPr/>
            <p:nvPr/>
          </p:nvGrpSpPr>
          <p:grpSpPr>
            <a:xfrm>
              <a:off x="10121168" y="6381163"/>
              <a:ext cx="3724444" cy="450416"/>
              <a:chOff x="6488523" y="2287239"/>
              <a:chExt cx="2956560" cy="357552"/>
            </a:xfrm>
          </p:grpSpPr>
          <p:sp>
            <p:nvSpPr>
              <p:cNvPr id="4234" name="TextBox 4233">
                <a:extLst>
                  <a:ext uri="{FF2B5EF4-FFF2-40B4-BE49-F238E27FC236}">
                    <a16:creationId xmlns:a16="http://schemas.microsoft.com/office/drawing/2014/main" id="{43FDD8F7-89D8-7E94-8E10-65CFD2B316BD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소화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배변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영양 흡수</a:t>
                </a:r>
              </a:p>
            </p:txBody>
          </p:sp>
          <p:sp>
            <p:nvSpPr>
              <p:cNvPr id="4235" name="사각형: 둥근 모서리 4234">
                <a:extLst>
                  <a:ext uri="{FF2B5EF4-FFF2-40B4-BE49-F238E27FC236}">
                    <a16:creationId xmlns:a16="http://schemas.microsoft.com/office/drawing/2014/main" id="{E0AF7C6A-4700-E48A-A8C1-63FCFF63EF3E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소화</a:t>
                </a:r>
              </a:p>
            </p:txBody>
          </p:sp>
          <p:sp>
            <p:nvSpPr>
              <p:cNvPr id="4236" name="사각형: 둥근 모서리 4235">
                <a:extLst>
                  <a:ext uri="{FF2B5EF4-FFF2-40B4-BE49-F238E27FC236}">
                    <a16:creationId xmlns:a16="http://schemas.microsoft.com/office/drawing/2014/main" id="{2BA773B8-9E31-6BB9-FC59-5562BEC51890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변비</a:t>
                </a:r>
              </a:p>
            </p:txBody>
          </p:sp>
          <p:sp>
            <p:nvSpPr>
              <p:cNvPr id="4237" name="사각형: 둥근 모서리 4236">
                <a:extLst>
                  <a:ext uri="{FF2B5EF4-FFF2-40B4-BE49-F238E27FC236}">
                    <a16:creationId xmlns:a16="http://schemas.microsoft.com/office/drawing/2014/main" id="{AB845DD0-5AA4-F5A6-A83F-05D255EBC47A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식이섬유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4161" name="그룹 4160">
              <a:extLst>
                <a:ext uri="{FF2B5EF4-FFF2-40B4-BE49-F238E27FC236}">
                  <a16:creationId xmlns:a16="http://schemas.microsoft.com/office/drawing/2014/main" id="{EBEFCAF4-3482-DDD2-0749-F7C02E9A5D50}"/>
                </a:ext>
              </a:extLst>
            </p:cNvPr>
            <p:cNvGrpSpPr/>
            <p:nvPr/>
          </p:nvGrpSpPr>
          <p:grpSpPr>
            <a:xfrm>
              <a:off x="10121168" y="6981174"/>
              <a:ext cx="3724444" cy="450416"/>
              <a:chOff x="6488523" y="2287239"/>
              <a:chExt cx="2956560" cy="357552"/>
            </a:xfrm>
          </p:grpSpPr>
          <p:sp>
            <p:nvSpPr>
              <p:cNvPr id="4228" name="TextBox 4227">
                <a:extLst>
                  <a:ext uri="{FF2B5EF4-FFF2-40B4-BE49-F238E27FC236}">
                    <a16:creationId xmlns:a16="http://schemas.microsoft.com/office/drawing/2014/main" id="{E749A334-A73A-A48F-6B8C-C10DA0844140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노화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피부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세포 관련</a:t>
                </a:r>
              </a:p>
            </p:txBody>
          </p:sp>
          <p:sp>
            <p:nvSpPr>
              <p:cNvPr id="4229" name="사각형: 둥근 모서리 4228">
                <a:extLst>
                  <a:ext uri="{FF2B5EF4-FFF2-40B4-BE49-F238E27FC236}">
                    <a16:creationId xmlns:a16="http://schemas.microsoft.com/office/drawing/2014/main" id="{97487853-641D-CB1F-BC95-521C829E4FD9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노화</a:t>
                </a:r>
              </a:p>
            </p:txBody>
          </p:sp>
          <p:sp>
            <p:nvSpPr>
              <p:cNvPr id="4230" name="사각형: 둥근 모서리 4229">
                <a:extLst>
                  <a:ext uri="{FF2B5EF4-FFF2-40B4-BE49-F238E27FC236}">
                    <a16:creationId xmlns:a16="http://schemas.microsoft.com/office/drawing/2014/main" id="{A53D6F98-6B9E-EF5B-7738-D1D745BCC584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저속노화</a:t>
                </a:r>
              </a:p>
            </p:txBody>
          </p:sp>
          <p:sp>
            <p:nvSpPr>
              <p:cNvPr id="4231" name="사각형: 둥근 모서리 4230">
                <a:extLst>
                  <a:ext uri="{FF2B5EF4-FFF2-40B4-BE49-F238E27FC236}">
                    <a16:creationId xmlns:a16="http://schemas.microsoft.com/office/drawing/2014/main" id="{428B960D-3F83-9819-2375-FD50069D2534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주름개선</a:t>
                </a:r>
              </a:p>
            </p:txBody>
          </p:sp>
          <p:sp>
            <p:nvSpPr>
              <p:cNvPr id="4232" name="사각형: 둥근 모서리 4231">
                <a:extLst>
                  <a:ext uri="{FF2B5EF4-FFF2-40B4-BE49-F238E27FC236}">
                    <a16:creationId xmlns:a16="http://schemas.microsoft.com/office/drawing/2014/main" id="{11E4C94F-3090-8605-823E-B3FF45E77F31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항산화</a:t>
                </a:r>
              </a:p>
            </p:txBody>
          </p:sp>
          <p:sp>
            <p:nvSpPr>
              <p:cNvPr id="4233" name="사각형: 둥근 모서리 4232">
                <a:extLst>
                  <a:ext uri="{FF2B5EF4-FFF2-40B4-BE49-F238E27FC236}">
                    <a16:creationId xmlns:a16="http://schemas.microsoft.com/office/drawing/2014/main" id="{42FEC4C1-D7D1-CF9C-01BD-69888F1D1617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세포벽</a:t>
                </a:r>
              </a:p>
            </p:txBody>
          </p:sp>
        </p:grpSp>
        <p:grpSp>
          <p:nvGrpSpPr>
            <p:cNvPr id="4162" name="그룹 4161">
              <a:extLst>
                <a:ext uri="{FF2B5EF4-FFF2-40B4-BE49-F238E27FC236}">
                  <a16:creationId xmlns:a16="http://schemas.microsoft.com/office/drawing/2014/main" id="{23B8C153-996E-8C0F-704C-0F9E02E8D190}"/>
                </a:ext>
              </a:extLst>
            </p:cNvPr>
            <p:cNvGrpSpPr/>
            <p:nvPr/>
          </p:nvGrpSpPr>
          <p:grpSpPr>
            <a:xfrm>
              <a:off x="10121168" y="7581185"/>
              <a:ext cx="3724444" cy="450416"/>
              <a:chOff x="6488523" y="2287239"/>
              <a:chExt cx="2956560" cy="357552"/>
            </a:xfrm>
          </p:grpSpPr>
          <p:sp>
            <p:nvSpPr>
              <p:cNvPr id="3134" name="TextBox 3133">
                <a:extLst>
                  <a:ext uri="{FF2B5EF4-FFF2-40B4-BE49-F238E27FC236}">
                    <a16:creationId xmlns:a16="http://schemas.microsoft.com/office/drawing/2014/main" id="{3B531649-97BA-7B94-C3F9-DBAE5C38E26F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면역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활력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에너지 회복</a:t>
                </a:r>
              </a:p>
            </p:txBody>
          </p:sp>
          <p:sp>
            <p:nvSpPr>
              <p:cNvPr id="3135" name="사각형: 둥근 모서리 3134">
                <a:extLst>
                  <a:ext uri="{FF2B5EF4-FFF2-40B4-BE49-F238E27FC236}">
                    <a16:creationId xmlns:a16="http://schemas.microsoft.com/office/drawing/2014/main" id="{CBE0AC0C-3EE4-8AC8-2B4A-475B0CC1AF95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면역력</a:t>
                </a:r>
              </a:p>
            </p:txBody>
          </p:sp>
          <p:sp>
            <p:nvSpPr>
              <p:cNvPr id="4224" name="사각형: 둥근 모서리 4223">
                <a:extLst>
                  <a:ext uri="{FF2B5EF4-FFF2-40B4-BE49-F238E27FC236}">
                    <a16:creationId xmlns:a16="http://schemas.microsoft.com/office/drawing/2014/main" id="{7EAE477C-08C4-6819-6BAB-3EBE4B4FB05E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에너지</a:t>
                </a:r>
              </a:p>
            </p:txBody>
          </p:sp>
          <p:sp>
            <p:nvSpPr>
              <p:cNvPr id="4225" name="사각형: 둥근 모서리 4224">
                <a:extLst>
                  <a:ext uri="{FF2B5EF4-FFF2-40B4-BE49-F238E27FC236}">
                    <a16:creationId xmlns:a16="http://schemas.microsoft.com/office/drawing/2014/main" id="{1070F9F8-F254-4BCE-9D14-F325A39025CD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신진대사</a:t>
                </a:r>
              </a:p>
            </p:txBody>
          </p:sp>
          <p:sp>
            <p:nvSpPr>
              <p:cNvPr id="4226" name="사각형: 둥근 모서리 4225">
                <a:extLst>
                  <a:ext uri="{FF2B5EF4-FFF2-40B4-BE49-F238E27FC236}">
                    <a16:creationId xmlns:a16="http://schemas.microsoft.com/office/drawing/2014/main" id="{B92F52CA-6ADC-D875-71DB-05B84BBC6669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컨디션</a:t>
                </a:r>
              </a:p>
            </p:txBody>
          </p:sp>
          <p:sp>
            <p:nvSpPr>
              <p:cNvPr id="4227" name="사각형: 둥근 모서리 4226">
                <a:extLst>
                  <a:ext uri="{FF2B5EF4-FFF2-40B4-BE49-F238E27FC236}">
                    <a16:creationId xmlns:a16="http://schemas.microsoft.com/office/drawing/2014/main" id="{4B51F586-5BBE-A5E8-DF2F-054802D40A1D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피로</a:t>
                </a:r>
              </a:p>
            </p:txBody>
          </p:sp>
        </p:grpSp>
        <p:grpSp>
          <p:nvGrpSpPr>
            <p:cNvPr id="4163" name="그룹 4162">
              <a:extLst>
                <a:ext uri="{FF2B5EF4-FFF2-40B4-BE49-F238E27FC236}">
                  <a16:creationId xmlns:a16="http://schemas.microsoft.com/office/drawing/2014/main" id="{1FD91866-041C-39C5-4A45-45E98C061AE2}"/>
                </a:ext>
              </a:extLst>
            </p:cNvPr>
            <p:cNvGrpSpPr/>
            <p:nvPr/>
          </p:nvGrpSpPr>
          <p:grpSpPr>
            <a:xfrm>
              <a:off x="10121168" y="8181195"/>
              <a:ext cx="3724444" cy="450416"/>
              <a:chOff x="6488523" y="2287239"/>
              <a:chExt cx="2956560" cy="357552"/>
            </a:xfrm>
          </p:grpSpPr>
          <p:sp>
            <p:nvSpPr>
              <p:cNvPr id="3129" name="TextBox 3128">
                <a:extLst>
                  <a:ext uri="{FF2B5EF4-FFF2-40B4-BE49-F238E27FC236}">
                    <a16:creationId xmlns:a16="http://schemas.microsoft.com/office/drawing/2014/main" id="{0049D275-ECDD-679E-3A54-695191ADDC1B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해독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순환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디톡스</a:t>
                </a:r>
                <a:endPara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3130" name="사각형: 둥근 모서리 3129">
                <a:extLst>
                  <a:ext uri="{FF2B5EF4-FFF2-40B4-BE49-F238E27FC236}">
                    <a16:creationId xmlns:a16="http://schemas.microsoft.com/office/drawing/2014/main" id="{B1065CD2-6883-397D-EFBF-FF99A8029121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디톡스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131" name="사각형: 둥근 모서리 3130">
                <a:extLst>
                  <a:ext uri="{FF2B5EF4-FFF2-40B4-BE49-F238E27FC236}">
                    <a16:creationId xmlns:a16="http://schemas.microsoft.com/office/drawing/2014/main" id="{2A618FFD-412B-9FB0-BF13-C3B68D367298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숙취해소</a:t>
                </a:r>
              </a:p>
            </p:txBody>
          </p:sp>
          <p:sp>
            <p:nvSpPr>
              <p:cNvPr id="3132" name="사각형: 둥근 모서리 3131">
                <a:extLst>
                  <a:ext uri="{FF2B5EF4-FFF2-40B4-BE49-F238E27FC236}">
                    <a16:creationId xmlns:a16="http://schemas.microsoft.com/office/drawing/2014/main" id="{CC8065D6-9BB0-954A-4BDC-87DF7CFC8201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혈액순환</a:t>
                </a:r>
              </a:p>
            </p:txBody>
          </p:sp>
          <p:sp>
            <p:nvSpPr>
              <p:cNvPr id="3133" name="사각형: 둥근 모서리 3132">
                <a:extLst>
                  <a:ext uri="{FF2B5EF4-FFF2-40B4-BE49-F238E27FC236}">
                    <a16:creationId xmlns:a16="http://schemas.microsoft.com/office/drawing/2014/main" id="{9A8AF5C2-0204-2A35-52B6-10AD6E7C0F21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독소</a:t>
                </a:r>
              </a:p>
            </p:txBody>
          </p:sp>
        </p:grpSp>
        <p:grpSp>
          <p:nvGrpSpPr>
            <p:cNvPr id="4164" name="그룹 4163">
              <a:extLst>
                <a:ext uri="{FF2B5EF4-FFF2-40B4-BE49-F238E27FC236}">
                  <a16:creationId xmlns:a16="http://schemas.microsoft.com/office/drawing/2014/main" id="{A348349A-F281-99AA-C50E-503615704F94}"/>
                </a:ext>
              </a:extLst>
            </p:cNvPr>
            <p:cNvGrpSpPr/>
            <p:nvPr/>
          </p:nvGrpSpPr>
          <p:grpSpPr>
            <a:xfrm>
              <a:off x="10121168" y="8781206"/>
              <a:ext cx="3724444" cy="450416"/>
              <a:chOff x="6488523" y="2287239"/>
              <a:chExt cx="2956560" cy="357552"/>
            </a:xfrm>
          </p:grpSpPr>
          <p:sp>
            <p:nvSpPr>
              <p:cNvPr id="3123" name="TextBox 3122">
                <a:extLst>
                  <a:ext uri="{FF2B5EF4-FFF2-40B4-BE49-F238E27FC236}">
                    <a16:creationId xmlns:a16="http://schemas.microsoft.com/office/drawing/2014/main" id="{A1DCF306-4DAD-3614-978D-6D645B61DB5C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31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질환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염증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호흡기</a:t>
                </a:r>
              </a:p>
              <a:p>
                <a:endPara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3124" name="사각형: 둥근 모서리 3123">
                <a:extLst>
                  <a:ext uri="{FF2B5EF4-FFF2-40B4-BE49-F238E27FC236}">
                    <a16:creationId xmlns:a16="http://schemas.microsoft.com/office/drawing/2014/main" id="{07D7071C-7DA7-D286-75C4-1B6834C7481F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염증완화</a:t>
                </a:r>
              </a:p>
            </p:txBody>
          </p:sp>
          <p:sp>
            <p:nvSpPr>
              <p:cNvPr id="3125" name="사각형: 둥근 모서리 3124">
                <a:extLst>
                  <a:ext uri="{FF2B5EF4-FFF2-40B4-BE49-F238E27FC236}">
                    <a16:creationId xmlns:a16="http://schemas.microsoft.com/office/drawing/2014/main" id="{20F72F97-2496-14BC-D62F-31EE66E99B8C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질환</a:t>
                </a:r>
              </a:p>
            </p:txBody>
          </p:sp>
          <p:sp>
            <p:nvSpPr>
              <p:cNvPr id="3126" name="사각형: 둥근 모서리 3125">
                <a:extLst>
                  <a:ext uri="{FF2B5EF4-FFF2-40B4-BE49-F238E27FC236}">
                    <a16:creationId xmlns:a16="http://schemas.microsoft.com/office/drawing/2014/main" id="{EDBF8237-5189-FE09-2ECC-C086BA5DFCD7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기관지</a:t>
                </a:r>
              </a:p>
            </p:txBody>
          </p:sp>
          <p:sp>
            <p:nvSpPr>
              <p:cNvPr id="3127" name="사각형: 둥근 모서리 3126">
                <a:extLst>
                  <a:ext uri="{FF2B5EF4-FFF2-40B4-BE49-F238E27FC236}">
                    <a16:creationId xmlns:a16="http://schemas.microsoft.com/office/drawing/2014/main" id="{5DED733D-65AF-992B-9EBE-8AD1E0315ADD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호흡기</a:t>
                </a:r>
              </a:p>
            </p:txBody>
          </p:sp>
          <p:sp>
            <p:nvSpPr>
              <p:cNvPr id="3128" name="사각형: 둥근 모서리 3127">
                <a:extLst>
                  <a:ext uri="{FF2B5EF4-FFF2-40B4-BE49-F238E27FC236}">
                    <a16:creationId xmlns:a16="http://schemas.microsoft.com/office/drawing/2014/main" id="{1AD79239-5A35-AB1B-4D8B-0E262A6856A9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세균</a:t>
                </a:r>
              </a:p>
            </p:txBody>
          </p:sp>
        </p:grpSp>
        <p:grpSp>
          <p:nvGrpSpPr>
            <p:cNvPr id="4168" name="그룹 4167">
              <a:extLst>
                <a:ext uri="{FF2B5EF4-FFF2-40B4-BE49-F238E27FC236}">
                  <a16:creationId xmlns:a16="http://schemas.microsoft.com/office/drawing/2014/main" id="{A6F28573-C82F-1B7C-F2DA-E48DB2218345}"/>
                </a:ext>
              </a:extLst>
            </p:cNvPr>
            <p:cNvGrpSpPr/>
            <p:nvPr/>
          </p:nvGrpSpPr>
          <p:grpSpPr>
            <a:xfrm>
              <a:off x="10121168" y="9381217"/>
              <a:ext cx="3724444" cy="450416"/>
              <a:chOff x="6488523" y="2287239"/>
              <a:chExt cx="2956560" cy="357552"/>
            </a:xfrm>
          </p:grpSpPr>
          <p:sp>
            <p:nvSpPr>
              <p:cNvPr id="3117" name="TextBox 3116">
                <a:extLst>
                  <a:ext uri="{FF2B5EF4-FFF2-40B4-BE49-F238E27FC236}">
                    <a16:creationId xmlns:a16="http://schemas.microsoft.com/office/drawing/2014/main" id="{02897D49-1854-84B4-50B5-BF6CB1C534CB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성분 특징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/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영양제어</a:t>
                </a:r>
              </a:p>
            </p:txBody>
          </p:sp>
          <p:sp>
            <p:nvSpPr>
              <p:cNvPr id="3118" name="사각형: 둥근 모서리 3117">
                <a:extLst>
                  <a:ext uri="{FF2B5EF4-FFF2-40B4-BE49-F238E27FC236}">
                    <a16:creationId xmlns:a16="http://schemas.microsoft.com/office/drawing/2014/main" id="{98800676-6B82-8154-3C5C-A8CE09ABFE2B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단백질</a:t>
                </a:r>
              </a:p>
            </p:txBody>
          </p:sp>
          <p:sp>
            <p:nvSpPr>
              <p:cNvPr id="3119" name="사각형: 둥근 모서리 3118">
                <a:extLst>
                  <a:ext uri="{FF2B5EF4-FFF2-40B4-BE49-F238E27FC236}">
                    <a16:creationId xmlns:a16="http://schemas.microsoft.com/office/drawing/2014/main" id="{3F53A855-CC57-9040-2C0B-2CB1A5BF57FC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글루텐</a:t>
                </a:r>
              </a:p>
            </p:txBody>
          </p:sp>
          <p:sp>
            <p:nvSpPr>
              <p:cNvPr id="3120" name="사각형: 둥근 모서리 3119">
                <a:extLst>
                  <a:ext uri="{FF2B5EF4-FFF2-40B4-BE49-F238E27FC236}">
                    <a16:creationId xmlns:a16="http://schemas.microsoft.com/office/drawing/2014/main" id="{32EE2E8F-AF67-0104-C3CA-3B5498875410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무염</a:t>
                </a:r>
              </a:p>
            </p:txBody>
          </p:sp>
          <p:sp>
            <p:nvSpPr>
              <p:cNvPr id="3121" name="사각형: 둥근 모서리 3120">
                <a:extLst>
                  <a:ext uri="{FF2B5EF4-FFF2-40B4-BE49-F238E27FC236}">
                    <a16:creationId xmlns:a16="http://schemas.microsoft.com/office/drawing/2014/main" id="{9E7FB3A3-F84A-6A00-9C30-88DBA9B12EC8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무설탕</a:t>
                </a:r>
              </a:p>
            </p:txBody>
          </p:sp>
          <p:sp>
            <p:nvSpPr>
              <p:cNvPr id="3122" name="사각형: 둥근 모서리 3121">
                <a:extLst>
                  <a:ext uri="{FF2B5EF4-FFF2-40B4-BE49-F238E27FC236}">
                    <a16:creationId xmlns:a16="http://schemas.microsoft.com/office/drawing/2014/main" id="{F7D90D96-DB75-C7BD-CAE7-463FE2305A0D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502048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비정제원당</a:t>
                </a:r>
              </a:p>
            </p:txBody>
          </p:sp>
        </p:grpSp>
        <p:grpSp>
          <p:nvGrpSpPr>
            <p:cNvPr id="4169" name="그룹 4168">
              <a:extLst>
                <a:ext uri="{FF2B5EF4-FFF2-40B4-BE49-F238E27FC236}">
                  <a16:creationId xmlns:a16="http://schemas.microsoft.com/office/drawing/2014/main" id="{151EF1F8-2D81-0075-5F02-B9F6CFA6BBD0}"/>
                </a:ext>
              </a:extLst>
            </p:cNvPr>
            <p:cNvGrpSpPr/>
            <p:nvPr/>
          </p:nvGrpSpPr>
          <p:grpSpPr>
            <a:xfrm>
              <a:off x="10121168" y="9981227"/>
              <a:ext cx="3724444" cy="450416"/>
              <a:chOff x="6488523" y="2287239"/>
              <a:chExt cx="2956560" cy="357552"/>
            </a:xfrm>
          </p:grpSpPr>
          <p:sp>
            <p:nvSpPr>
              <p:cNvPr id="3111" name="TextBox 3110">
                <a:extLst>
                  <a:ext uri="{FF2B5EF4-FFF2-40B4-BE49-F238E27FC236}">
                    <a16:creationId xmlns:a16="http://schemas.microsoft.com/office/drawing/2014/main" id="{354AE754-F690-8A05-D977-1EC47D640351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31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건강식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한방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보양식</a:t>
                </a:r>
              </a:p>
              <a:p>
                <a:endParaRPr lang="ko-KR" altLang="en-US" sz="1008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3112" name="사각형: 둥근 모서리 3111">
                <a:extLst>
                  <a:ext uri="{FF2B5EF4-FFF2-40B4-BE49-F238E27FC236}">
                    <a16:creationId xmlns:a16="http://schemas.microsoft.com/office/drawing/2014/main" id="{DAF45FDE-E9E6-EE74-0A71-15331E2DDAFF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건강</a:t>
                </a:r>
              </a:p>
            </p:txBody>
          </p:sp>
          <p:sp>
            <p:nvSpPr>
              <p:cNvPr id="3113" name="사각형: 둥근 모서리 3112">
                <a:extLst>
                  <a:ext uri="{FF2B5EF4-FFF2-40B4-BE49-F238E27FC236}">
                    <a16:creationId xmlns:a16="http://schemas.microsoft.com/office/drawing/2014/main" id="{6C09668E-4659-DB63-EBF8-9E475C223987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보양</a:t>
                </a:r>
              </a:p>
            </p:txBody>
          </p:sp>
          <p:sp>
            <p:nvSpPr>
              <p:cNvPr id="3114" name="사각형: 둥근 모서리 3113">
                <a:extLst>
                  <a:ext uri="{FF2B5EF4-FFF2-40B4-BE49-F238E27FC236}">
                    <a16:creationId xmlns:a16="http://schemas.microsoft.com/office/drawing/2014/main" id="{41B4B801-FE38-0AB1-6260-3774D3462A28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보양음식</a:t>
                </a:r>
              </a:p>
            </p:txBody>
          </p:sp>
          <p:sp>
            <p:nvSpPr>
              <p:cNvPr id="3115" name="사각형: 둥근 모서리 3114">
                <a:extLst>
                  <a:ext uri="{FF2B5EF4-FFF2-40B4-BE49-F238E27FC236}">
                    <a16:creationId xmlns:a16="http://schemas.microsoft.com/office/drawing/2014/main" id="{2C999BD4-180C-49CC-CEC0-55D1E63AEC13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약재</a:t>
                </a:r>
              </a:p>
            </p:txBody>
          </p:sp>
          <p:sp>
            <p:nvSpPr>
              <p:cNvPr id="3116" name="사각형: 둥근 모서리 3115">
                <a:extLst>
                  <a:ext uri="{FF2B5EF4-FFF2-40B4-BE49-F238E27FC236}">
                    <a16:creationId xmlns:a16="http://schemas.microsoft.com/office/drawing/2014/main" id="{5F0E78BF-6A77-79C6-853F-FB1802F1B9BD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한방</a:t>
                </a:r>
              </a:p>
            </p:txBody>
          </p:sp>
        </p:grpSp>
        <p:grpSp>
          <p:nvGrpSpPr>
            <p:cNvPr id="4170" name="그룹 4169">
              <a:extLst>
                <a:ext uri="{FF2B5EF4-FFF2-40B4-BE49-F238E27FC236}">
                  <a16:creationId xmlns:a16="http://schemas.microsoft.com/office/drawing/2014/main" id="{8A03C9A9-1660-BDD9-9DEC-956BB988A6C9}"/>
                </a:ext>
              </a:extLst>
            </p:cNvPr>
            <p:cNvGrpSpPr/>
            <p:nvPr/>
          </p:nvGrpSpPr>
          <p:grpSpPr>
            <a:xfrm>
              <a:off x="10121168" y="10581238"/>
              <a:ext cx="3724444" cy="450416"/>
              <a:chOff x="6488523" y="2287239"/>
              <a:chExt cx="2956560" cy="357552"/>
            </a:xfrm>
          </p:grpSpPr>
          <p:sp>
            <p:nvSpPr>
              <p:cNvPr id="3107" name="TextBox 3106">
                <a:extLst>
                  <a:ext uri="{FF2B5EF4-FFF2-40B4-BE49-F238E27FC236}">
                    <a16:creationId xmlns:a16="http://schemas.microsoft.com/office/drawing/2014/main" id="{8A447070-CB59-7FF6-B25B-1D0B529E0B4A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식이제한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/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특수식단</a:t>
                </a:r>
              </a:p>
            </p:txBody>
          </p:sp>
          <p:sp>
            <p:nvSpPr>
              <p:cNvPr id="3108" name="사각형: 둥근 모서리 3107">
                <a:extLst>
                  <a:ext uri="{FF2B5EF4-FFF2-40B4-BE49-F238E27FC236}">
                    <a16:creationId xmlns:a16="http://schemas.microsoft.com/office/drawing/2014/main" id="{DB29D634-035D-3A87-2B70-F782EF15C278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채식</a:t>
                </a:r>
              </a:p>
            </p:txBody>
          </p:sp>
          <p:sp>
            <p:nvSpPr>
              <p:cNvPr id="3109" name="사각형: 둥근 모서리 3108">
                <a:extLst>
                  <a:ext uri="{FF2B5EF4-FFF2-40B4-BE49-F238E27FC236}">
                    <a16:creationId xmlns:a16="http://schemas.microsoft.com/office/drawing/2014/main" id="{C05E8645-B4B0-6E95-74EB-2C456AB3B96A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당뇨</a:t>
                </a:r>
              </a:p>
            </p:txBody>
          </p:sp>
          <p:sp>
            <p:nvSpPr>
              <p:cNvPr id="3110" name="사각형: 둥근 모서리 3109">
                <a:extLst>
                  <a:ext uri="{FF2B5EF4-FFF2-40B4-BE49-F238E27FC236}">
                    <a16:creationId xmlns:a16="http://schemas.microsoft.com/office/drawing/2014/main" id="{8B3B9BA1-B57B-3F64-7B4C-5172A4B30911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글루텐</a:t>
                </a:r>
              </a:p>
            </p:txBody>
          </p:sp>
        </p:grpSp>
        <p:grpSp>
          <p:nvGrpSpPr>
            <p:cNvPr id="4171" name="그룹 4170">
              <a:extLst>
                <a:ext uri="{FF2B5EF4-FFF2-40B4-BE49-F238E27FC236}">
                  <a16:creationId xmlns:a16="http://schemas.microsoft.com/office/drawing/2014/main" id="{2C658820-54D9-02EE-8A76-DF6B8188D5AC}"/>
                </a:ext>
              </a:extLst>
            </p:cNvPr>
            <p:cNvGrpSpPr/>
            <p:nvPr/>
          </p:nvGrpSpPr>
          <p:grpSpPr>
            <a:xfrm>
              <a:off x="10121168" y="11181249"/>
              <a:ext cx="3724444" cy="450416"/>
              <a:chOff x="6488523" y="2287239"/>
              <a:chExt cx="2956560" cy="357552"/>
            </a:xfrm>
          </p:grpSpPr>
          <p:sp>
            <p:nvSpPr>
              <p:cNvPr id="3105" name="TextBox 3104">
                <a:extLst>
                  <a:ext uri="{FF2B5EF4-FFF2-40B4-BE49-F238E27FC236}">
                    <a16:creationId xmlns:a16="http://schemas.microsoft.com/office/drawing/2014/main" id="{7D5B1A13-4A6E-68EA-A38E-08A9046CCC00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수면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신경 안정</a:t>
                </a:r>
              </a:p>
            </p:txBody>
          </p:sp>
          <p:sp>
            <p:nvSpPr>
              <p:cNvPr id="3106" name="사각형: 둥근 모서리 3105">
                <a:extLst>
                  <a:ext uri="{FF2B5EF4-FFF2-40B4-BE49-F238E27FC236}">
                    <a16:creationId xmlns:a16="http://schemas.microsoft.com/office/drawing/2014/main" id="{34B87C02-E5EB-D032-4F7A-A08C11156A6E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불면증</a:t>
                </a:r>
              </a:p>
            </p:txBody>
          </p:sp>
        </p:grpSp>
        <p:sp>
          <p:nvSpPr>
            <p:cNvPr id="4172" name="사각형: 둥근 모서리 4171">
              <a:extLst>
                <a:ext uri="{FF2B5EF4-FFF2-40B4-BE49-F238E27FC236}">
                  <a16:creationId xmlns:a16="http://schemas.microsoft.com/office/drawing/2014/main" id="{0E143B05-118B-4339-062D-6AA295DE17B4}"/>
                </a:ext>
              </a:extLst>
            </p:cNvPr>
            <p:cNvSpPr/>
            <p:nvPr/>
          </p:nvSpPr>
          <p:spPr>
            <a:xfrm>
              <a:off x="10330061" y="605916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칼로리</a:t>
              </a:r>
            </a:p>
          </p:txBody>
        </p:sp>
        <p:sp>
          <p:nvSpPr>
            <p:cNvPr id="4173" name="사각형: 둥근 모서리 4172">
              <a:extLst>
                <a:ext uri="{FF2B5EF4-FFF2-40B4-BE49-F238E27FC236}">
                  <a16:creationId xmlns:a16="http://schemas.microsoft.com/office/drawing/2014/main" id="{8E2B4DDE-A63E-B1DD-8183-C612B4751268}"/>
                </a:ext>
              </a:extLst>
            </p:cNvPr>
            <p:cNvSpPr/>
            <p:nvPr/>
          </p:nvSpPr>
          <p:spPr>
            <a:xfrm>
              <a:off x="10843505" y="6059160"/>
              <a:ext cx="578180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콜레스테롤</a:t>
              </a:r>
            </a:p>
          </p:txBody>
        </p:sp>
        <p:sp>
          <p:nvSpPr>
            <p:cNvPr id="4174" name="사각형: 둥근 모서리 4173">
              <a:extLst>
                <a:ext uri="{FF2B5EF4-FFF2-40B4-BE49-F238E27FC236}">
                  <a16:creationId xmlns:a16="http://schemas.microsoft.com/office/drawing/2014/main" id="{E97F55D6-86CF-2EB7-C432-41613440AB76}"/>
                </a:ext>
              </a:extLst>
            </p:cNvPr>
            <p:cNvSpPr/>
            <p:nvPr/>
          </p:nvSpPr>
          <p:spPr>
            <a:xfrm>
              <a:off x="11462546" y="605916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무당</a:t>
              </a:r>
            </a:p>
          </p:txBody>
        </p:sp>
        <p:sp>
          <p:nvSpPr>
            <p:cNvPr id="2064" name="사각형: 둥근 모서리 2063">
              <a:extLst>
                <a:ext uri="{FF2B5EF4-FFF2-40B4-BE49-F238E27FC236}">
                  <a16:creationId xmlns:a16="http://schemas.microsoft.com/office/drawing/2014/main" id="{024895D9-C5BD-6570-D8D6-745B68CDE9E2}"/>
                </a:ext>
              </a:extLst>
            </p:cNvPr>
            <p:cNvSpPr/>
            <p:nvPr/>
          </p:nvSpPr>
          <p:spPr>
            <a:xfrm>
              <a:off x="11966498" y="605916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저염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065" name="사각형: 둥근 모서리 2064">
              <a:extLst>
                <a:ext uri="{FF2B5EF4-FFF2-40B4-BE49-F238E27FC236}">
                  <a16:creationId xmlns:a16="http://schemas.microsoft.com/office/drawing/2014/main" id="{5D3582B9-0A33-B8EB-7D30-70201626CFA3}"/>
                </a:ext>
              </a:extLst>
            </p:cNvPr>
            <p:cNvSpPr/>
            <p:nvPr/>
          </p:nvSpPr>
          <p:spPr>
            <a:xfrm>
              <a:off x="12494448" y="605916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무가당</a:t>
              </a:r>
            </a:p>
          </p:txBody>
        </p:sp>
        <p:sp>
          <p:nvSpPr>
            <p:cNvPr id="2068" name="TextBox 2067">
              <a:extLst>
                <a:ext uri="{FF2B5EF4-FFF2-40B4-BE49-F238E27FC236}">
                  <a16:creationId xmlns:a16="http://schemas.microsoft.com/office/drawing/2014/main" id="{0D6D8AD4-930A-9536-5159-8EB9FF4E0133}"/>
                </a:ext>
              </a:extLst>
            </p:cNvPr>
            <p:cNvSpPr txBox="1"/>
            <p:nvPr/>
          </p:nvSpPr>
          <p:spPr>
            <a:xfrm>
              <a:off x="10012781" y="11746258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■ 요리 영양분</a:t>
              </a:r>
            </a:p>
          </p:txBody>
        </p:sp>
        <p:sp>
          <p:nvSpPr>
            <p:cNvPr id="2069" name="사각형: 둥근 모서리 2068">
              <a:extLst>
                <a:ext uri="{FF2B5EF4-FFF2-40B4-BE49-F238E27FC236}">
                  <a16:creationId xmlns:a16="http://schemas.microsoft.com/office/drawing/2014/main" id="{8362DBC0-6713-DEC3-028D-2EFFA1E2B508}"/>
                </a:ext>
              </a:extLst>
            </p:cNvPr>
            <p:cNvSpPr/>
            <p:nvPr/>
          </p:nvSpPr>
          <p:spPr>
            <a:xfrm>
              <a:off x="10612105" y="1209764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아미노산</a:t>
              </a:r>
            </a:p>
          </p:txBody>
        </p:sp>
        <p:sp>
          <p:nvSpPr>
            <p:cNvPr id="2070" name="사각형: 둥근 모서리 2069">
              <a:extLst>
                <a:ext uri="{FF2B5EF4-FFF2-40B4-BE49-F238E27FC236}">
                  <a16:creationId xmlns:a16="http://schemas.microsoft.com/office/drawing/2014/main" id="{BA69770D-91CC-AF3C-BBCE-17A934AE593E}"/>
                </a:ext>
              </a:extLst>
            </p:cNvPr>
            <p:cNvSpPr/>
            <p:nvPr/>
          </p:nvSpPr>
          <p:spPr>
            <a:xfrm>
              <a:off x="11156121" y="1209764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오메가</a:t>
              </a:r>
            </a:p>
          </p:txBody>
        </p:sp>
        <p:sp>
          <p:nvSpPr>
            <p:cNvPr id="2071" name="사각형: 둥근 모서리 2070">
              <a:extLst>
                <a:ext uri="{FF2B5EF4-FFF2-40B4-BE49-F238E27FC236}">
                  <a16:creationId xmlns:a16="http://schemas.microsoft.com/office/drawing/2014/main" id="{3BBD2E16-2449-B5A9-B7A0-D91744E5A10C}"/>
                </a:ext>
              </a:extLst>
            </p:cNvPr>
            <p:cNvSpPr/>
            <p:nvPr/>
          </p:nvSpPr>
          <p:spPr>
            <a:xfrm>
              <a:off x="11700137" y="1209764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타우린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072" name="사각형: 둥근 모서리 2071">
              <a:extLst>
                <a:ext uri="{FF2B5EF4-FFF2-40B4-BE49-F238E27FC236}">
                  <a16:creationId xmlns:a16="http://schemas.microsoft.com/office/drawing/2014/main" id="{9274D38B-8862-5AA8-597B-FF4E9909F439}"/>
                </a:ext>
              </a:extLst>
            </p:cNvPr>
            <p:cNvSpPr/>
            <p:nvPr/>
          </p:nvSpPr>
          <p:spPr>
            <a:xfrm>
              <a:off x="12788170" y="1209764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비타민</a:t>
              </a:r>
            </a:p>
          </p:txBody>
        </p:sp>
        <p:sp>
          <p:nvSpPr>
            <p:cNvPr id="2073" name="사각형: 둥근 모서리 2072">
              <a:extLst>
                <a:ext uri="{FF2B5EF4-FFF2-40B4-BE49-F238E27FC236}">
                  <a16:creationId xmlns:a16="http://schemas.microsoft.com/office/drawing/2014/main" id="{7875BA15-3A14-A0C2-EAA1-6BC8E1A04880}"/>
                </a:ext>
              </a:extLst>
            </p:cNvPr>
            <p:cNvSpPr/>
            <p:nvPr/>
          </p:nvSpPr>
          <p:spPr>
            <a:xfrm>
              <a:off x="13332183" y="1209764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비타민</a:t>
              </a:r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C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074" name="사각형: 둥근 모서리 2073">
              <a:extLst>
                <a:ext uri="{FF2B5EF4-FFF2-40B4-BE49-F238E27FC236}">
                  <a16:creationId xmlns:a16="http://schemas.microsoft.com/office/drawing/2014/main" id="{08961219-AF7F-ED1B-58A3-3D0C3181F3EF}"/>
                </a:ext>
              </a:extLst>
            </p:cNvPr>
            <p:cNvSpPr/>
            <p:nvPr/>
          </p:nvSpPr>
          <p:spPr>
            <a:xfrm>
              <a:off x="13332183" y="1238024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아연</a:t>
              </a:r>
            </a:p>
          </p:txBody>
        </p:sp>
        <p:sp>
          <p:nvSpPr>
            <p:cNvPr id="2075" name="사각형: 둥근 모서리 2074">
              <a:extLst>
                <a:ext uri="{FF2B5EF4-FFF2-40B4-BE49-F238E27FC236}">
                  <a16:creationId xmlns:a16="http://schemas.microsoft.com/office/drawing/2014/main" id="{926ED164-0AE1-E634-7FDD-30957ED9420E}"/>
                </a:ext>
              </a:extLst>
            </p:cNvPr>
            <p:cNvSpPr/>
            <p:nvPr/>
          </p:nvSpPr>
          <p:spPr>
            <a:xfrm>
              <a:off x="10067710" y="1238024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비타민</a:t>
              </a:r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K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076" name="사각형: 둥근 모서리 2075">
              <a:extLst>
                <a:ext uri="{FF2B5EF4-FFF2-40B4-BE49-F238E27FC236}">
                  <a16:creationId xmlns:a16="http://schemas.microsoft.com/office/drawing/2014/main" id="{46679E49-C41B-11F1-8075-2DF73F784240}"/>
                </a:ext>
              </a:extLst>
            </p:cNvPr>
            <p:cNvSpPr/>
            <p:nvPr/>
          </p:nvSpPr>
          <p:spPr>
            <a:xfrm>
              <a:off x="10612105" y="1238024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비타민</a:t>
              </a:r>
              <a:r>
                <a:rPr lang="en-US" altLang="ko-KR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B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077" name="사각형: 둥근 모서리 2076">
              <a:extLst>
                <a:ext uri="{FF2B5EF4-FFF2-40B4-BE49-F238E27FC236}">
                  <a16:creationId xmlns:a16="http://schemas.microsoft.com/office/drawing/2014/main" id="{A01C7493-82A1-00CA-D0CB-C40E5C2EAC02}"/>
                </a:ext>
              </a:extLst>
            </p:cNvPr>
            <p:cNvSpPr/>
            <p:nvPr/>
          </p:nvSpPr>
          <p:spPr>
            <a:xfrm>
              <a:off x="11156121" y="1238024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미네랄</a:t>
              </a:r>
            </a:p>
          </p:txBody>
        </p:sp>
        <p:sp>
          <p:nvSpPr>
            <p:cNvPr id="2078" name="사각형: 둥근 모서리 2077">
              <a:extLst>
                <a:ext uri="{FF2B5EF4-FFF2-40B4-BE49-F238E27FC236}">
                  <a16:creationId xmlns:a16="http://schemas.microsoft.com/office/drawing/2014/main" id="{58B6E8A1-48DD-778D-5B7B-A4CC2ABEEA59}"/>
                </a:ext>
              </a:extLst>
            </p:cNvPr>
            <p:cNvSpPr/>
            <p:nvPr/>
          </p:nvSpPr>
          <p:spPr>
            <a:xfrm>
              <a:off x="11700137" y="1238024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무기질</a:t>
              </a:r>
            </a:p>
          </p:txBody>
        </p:sp>
        <p:sp>
          <p:nvSpPr>
            <p:cNvPr id="2079" name="사각형: 둥근 모서리 2078">
              <a:extLst>
                <a:ext uri="{FF2B5EF4-FFF2-40B4-BE49-F238E27FC236}">
                  <a16:creationId xmlns:a16="http://schemas.microsoft.com/office/drawing/2014/main" id="{D21D5FA8-A1C5-5AFA-71BC-B5F3EF726C32}"/>
                </a:ext>
              </a:extLst>
            </p:cNvPr>
            <p:cNvSpPr/>
            <p:nvPr/>
          </p:nvSpPr>
          <p:spPr>
            <a:xfrm>
              <a:off x="12244154" y="1238024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칼슘</a:t>
              </a:r>
            </a:p>
          </p:txBody>
        </p:sp>
        <p:sp>
          <p:nvSpPr>
            <p:cNvPr id="2080" name="사각형: 둥근 모서리 2079">
              <a:extLst>
                <a:ext uri="{FF2B5EF4-FFF2-40B4-BE49-F238E27FC236}">
                  <a16:creationId xmlns:a16="http://schemas.microsoft.com/office/drawing/2014/main" id="{FF394A4F-69F6-892D-0445-012E0B84CC52}"/>
                </a:ext>
              </a:extLst>
            </p:cNvPr>
            <p:cNvSpPr/>
            <p:nvPr/>
          </p:nvSpPr>
          <p:spPr>
            <a:xfrm>
              <a:off x="12788170" y="12380247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칼륨</a:t>
              </a:r>
            </a:p>
          </p:txBody>
        </p:sp>
        <p:sp>
          <p:nvSpPr>
            <p:cNvPr id="2081" name="사각형: 둥근 모서리 2080">
              <a:extLst>
                <a:ext uri="{FF2B5EF4-FFF2-40B4-BE49-F238E27FC236}">
                  <a16:creationId xmlns:a16="http://schemas.microsoft.com/office/drawing/2014/main" id="{FE5947A4-7947-6FB6-499F-3A28B52B8CBE}"/>
                </a:ext>
              </a:extLst>
            </p:cNvPr>
            <p:cNvSpPr/>
            <p:nvPr/>
          </p:nvSpPr>
          <p:spPr>
            <a:xfrm>
              <a:off x="12244154" y="1209764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카페인</a:t>
              </a:r>
            </a:p>
          </p:txBody>
        </p:sp>
        <p:sp>
          <p:nvSpPr>
            <p:cNvPr id="2082" name="사각형: 둥근 모서리 2081">
              <a:extLst>
                <a:ext uri="{FF2B5EF4-FFF2-40B4-BE49-F238E27FC236}">
                  <a16:creationId xmlns:a16="http://schemas.microsoft.com/office/drawing/2014/main" id="{B01CBC98-3569-6931-A2B1-7988B27ED690}"/>
                </a:ext>
              </a:extLst>
            </p:cNvPr>
            <p:cNvSpPr/>
            <p:nvPr/>
          </p:nvSpPr>
          <p:spPr>
            <a:xfrm>
              <a:off x="10067710" y="12097642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단백질</a:t>
              </a:r>
            </a:p>
          </p:txBody>
        </p:sp>
        <p:sp>
          <p:nvSpPr>
            <p:cNvPr id="2083" name="사각형: 둥근 모서리 2082">
              <a:extLst>
                <a:ext uri="{FF2B5EF4-FFF2-40B4-BE49-F238E27FC236}">
                  <a16:creationId xmlns:a16="http://schemas.microsoft.com/office/drawing/2014/main" id="{28F87F4C-A8A8-3583-CCC6-F5ED4E89451D}"/>
                </a:ext>
              </a:extLst>
            </p:cNvPr>
            <p:cNvSpPr/>
            <p:nvPr/>
          </p:nvSpPr>
          <p:spPr>
            <a:xfrm>
              <a:off x="10075709" y="1266822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식이섬유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084" name="사각형: 둥근 모서리 2083">
              <a:extLst>
                <a:ext uri="{FF2B5EF4-FFF2-40B4-BE49-F238E27FC236}">
                  <a16:creationId xmlns:a16="http://schemas.microsoft.com/office/drawing/2014/main" id="{CD377AD7-5B53-E093-F258-B1948B2176BD}"/>
                </a:ext>
              </a:extLst>
            </p:cNvPr>
            <p:cNvSpPr/>
            <p:nvPr/>
          </p:nvSpPr>
          <p:spPr>
            <a:xfrm>
              <a:off x="10620105" y="1266822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그래놀라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085" name="사각형: 둥근 모서리 2084">
              <a:extLst>
                <a:ext uri="{FF2B5EF4-FFF2-40B4-BE49-F238E27FC236}">
                  <a16:creationId xmlns:a16="http://schemas.microsoft.com/office/drawing/2014/main" id="{16948CCA-9ADC-1CDC-7B65-63931144BAFE}"/>
                </a:ext>
              </a:extLst>
            </p:cNvPr>
            <p:cNvSpPr/>
            <p:nvPr/>
          </p:nvSpPr>
          <p:spPr>
            <a:xfrm>
              <a:off x="11164121" y="1266822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탄수화물</a:t>
              </a:r>
            </a:p>
          </p:txBody>
        </p:sp>
        <p:sp>
          <p:nvSpPr>
            <p:cNvPr id="2086" name="TextBox 2085">
              <a:extLst>
                <a:ext uri="{FF2B5EF4-FFF2-40B4-BE49-F238E27FC236}">
                  <a16:creationId xmlns:a16="http://schemas.microsoft.com/office/drawing/2014/main" id="{1781417D-9B4F-3A06-7BDB-3B18B14A52DF}"/>
                </a:ext>
              </a:extLst>
            </p:cNvPr>
            <p:cNvSpPr txBox="1"/>
            <p:nvPr/>
          </p:nvSpPr>
          <p:spPr>
            <a:xfrm>
              <a:off x="10012781" y="12943165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■ 요리 식사 대상</a:t>
              </a:r>
            </a:p>
          </p:txBody>
        </p:sp>
        <p:sp>
          <p:nvSpPr>
            <p:cNvPr id="2087" name="사각형: 둥근 모서리 2086">
              <a:extLst>
                <a:ext uri="{FF2B5EF4-FFF2-40B4-BE49-F238E27FC236}">
                  <a16:creationId xmlns:a16="http://schemas.microsoft.com/office/drawing/2014/main" id="{3A3E451B-5E1C-D1CD-DF40-B900CE891C7F}"/>
                </a:ext>
              </a:extLst>
            </p:cNvPr>
            <p:cNvSpPr/>
            <p:nvPr/>
          </p:nvSpPr>
          <p:spPr>
            <a:xfrm>
              <a:off x="10612105" y="1329455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남편</a:t>
              </a:r>
            </a:p>
          </p:txBody>
        </p:sp>
        <p:sp>
          <p:nvSpPr>
            <p:cNvPr id="2088" name="사각형: 둥근 모서리 2087">
              <a:extLst>
                <a:ext uri="{FF2B5EF4-FFF2-40B4-BE49-F238E27FC236}">
                  <a16:creationId xmlns:a16="http://schemas.microsoft.com/office/drawing/2014/main" id="{7B9A418B-3122-005F-305B-7DBEDEA1720A}"/>
                </a:ext>
              </a:extLst>
            </p:cNvPr>
            <p:cNvSpPr/>
            <p:nvPr/>
          </p:nvSpPr>
          <p:spPr>
            <a:xfrm>
              <a:off x="11684100" y="1329455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아이</a:t>
              </a:r>
            </a:p>
          </p:txBody>
        </p:sp>
        <p:sp>
          <p:nvSpPr>
            <p:cNvPr id="2089" name="사각형: 둥근 모서리 2088">
              <a:extLst>
                <a:ext uri="{FF2B5EF4-FFF2-40B4-BE49-F238E27FC236}">
                  <a16:creationId xmlns:a16="http://schemas.microsoft.com/office/drawing/2014/main" id="{B46EF8F3-F953-5AAD-65D9-84E86C7D4BFE}"/>
                </a:ext>
              </a:extLst>
            </p:cNvPr>
            <p:cNvSpPr/>
            <p:nvPr/>
          </p:nvSpPr>
          <p:spPr>
            <a:xfrm>
              <a:off x="12228116" y="1329455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가족</a:t>
              </a:r>
            </a:p>
          </p:txBody>
        </p:sp>
        <p:sp>
          <p:nvSpPr>
            <p:cNvPr id="2090" name="사각형: 둥근 모서리 2089">
              <a:extLst>
                <a:ext uri="{FF2B5EF4-FFF2-40B4-BE49-F238E27FC236}">
                  <a16:creationId xmlns:a16="http://schemas.microsoft.com/office/drawing/2014/main" id="{7FCF10AB-5BC5-359A-99A8-A608E4F45E07}"/>
                </a:ext>
              </a:extLst>
            </p:cNvPr>
            <p:cNvSpPr/>
            <p:nvPr/>
          </p:nvSpPr>
          <p:spPr>
            <a:xfrm>
              <a:off x="13316148" y="1329455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직장인</a:t>
              </a:r>
            </a:p>
          </p:txBody>
        </p:sp>
        <p:sp>
          <p:nvSpPr>
            <p:cNvPr id="2091" name="사각형: 둥근 모서리 2090">
              <a:extLst>
                <a:ext uri="{FF2B5EF4-FFF2-40B4-BE49-F238E27FC236}">
                  <a16:creationId xmlns:a16="http://schemas.microsoft.com/office/drawing/2014/main" id="{20DD5A20-6BD0-3AE0-C322-6CF89B1B13C2}"/>
                </a:ext>
              </a:extLst>
            </p:cNvPr>
            <p:cNvSpPr/>
            <p:nvPr/>
          </p:nvSpPr>
          <p:spPr>
            <a:xfrm>
              <a:off x="13860162" y="1329455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환자</a:t>
              </a:r>
            </a:p>
          </p:txBody>
        </p:sp>
        <p:sp>
          <p:nvSpPr>
            <p:cNvPr id="2092" name="사각형: 둥근 모서리 2091">
              <a:extLst>
                <a:ext uri="{FF2B5EF4-FFF2-40B4-BE49-F238E27FC236}">
                  <a16:creationId xmlns:a16="http://schemas.microsoft.com/office/drawing/2014/main" id="{3B90C85F-3FDB-4673-A79D-6D47B50E90D8}"/>
                </a:ext>
              </a:extLst>
            </p:cNvPr>
            <p:cNvSpPr/>
            <p:nvPr/>
          </p:nvSpPr>
          <p:spPr>
            <a:xfrm>
              <a:off x="12772132" y="1329455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어르신</a:t>
              </a:r>
            </a:p>
          </p:txBody>
        </p:sp>
        <p:sp>
          <p:nvSpPr>
            <p:cNvPr id="2093" name="사각형: 둥근 모서리 2092">
              <a:extLst>
                <a:ext uri="{FF2B5EF4-FFF2-40B4-BE49-F238E27FC236}">
                  <a16:creationId xmlns:a16="http://schemas.microsoft.com/office/drawing/2014/main" id="{807CAB70-59CD-B2DA-9319-C12D029D66F3}"/>
                </a:ext>
              </a:extLst>
            </p:cNvPr>
            <p:cNvSpPr/>
            <p:nvPr/>
          </p:nvSpPr>
          <p:spPr>
            <a:xfrm>
              <a:off x="10067710" y="1329455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부모님</a:t>
              </a:r>
            </a:p>
          </p:txBody>
        </p:sp>
        <p:sp>
          <p:nvSpPr>
            <p:cNvPr id="2094" name="TextBox 2093">
              <a:extLst>
                <a:ext uri="{FF2B5EF4-FFF2-40B4-BE49-F238E27FC236}">
                  <a16:creationId xmlns:a16="http://schemas.microsoft.com/office/drawing/2014/main" id="{AAB08370-E28F-229A-6D6D-715C38C7470F}"/>
                </a:ext>
              </a:extLst>
            </p:cNvPr>
            <p:cNvSpPr txBox="1"/>
            <p:nvPr/>
          </p:nvSpPr>
          <p:spPr>
            <a:xfrm>
              <a:off x="10012781" y="13663097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■ 요리 </a:t>
              </a:r>
              <a:r>
                <a:rPr lang="en-US" altLang="ko-KR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TPO</a:t>
              </a:r>
              <a:endParaRPr lang="ko-KR" alt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2095" name="그룹 2094">
              <a:extLst>
                <a:ext uri="{FF2B5EF4-FFF2-40B4-BE49-F238E27FC236}">
                  <a16:creationId xmlns:a16="http://schemas.microsoft.com/office/drawing/2014/main" id="{F3F0E794-A5EA-3E39-3EBF-F94B5F4D810F}"/>
                </a:ext>
              </a:extLst>
            </p:cNvPr>
            <p:cNvGrpSpPr/>
            <p:nvPr/>
          </p:nvGrpSpPr>
          <p:grpSpPr>
            <a:xfrm>
              <a:off x="10116334" y="13906791"/>
              <a:ext cx="3724444" cy="450416"/>
              <a:chOff x="6488523" y="2287239"/>
              <a:chExt cx="2956560" cy="357552"/>
            </a:xfrm>
          </p:grpSpPr>
          <p:sp>
            <p:nvSpPr>
              <p:cNvPr id="3100" name="TextBox 3099">
                <a:extLst>
                  <a:ext uri="{FF2B5EF4-FFF2-40B4-BE49-F238E27FC236}">
                    <a16:creationId xmlns:a16="http://schemas.microsoft.com/office/drawing/2014/main" id="{9FE52E28-8611-EE05-DAB0-C11E7E5AE9AC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용도</a:t>
                </a:r>
              </a:p>
            </p:txBody>
          </p:sp>
          <p:sp>
            <p:nvSpPr>
              <p:cNvPr id="3101" name="사각형: 둥근 모서리 3100">
                <a:extLst>
                  <a:ext uri="{FF2B5EF4-FFF2-40B4-BE49-F238E27FC236}">
                    <a16:creationId xmlns:a16="http://schemas.microsoft.com/office/drawing/2014/main" id="{126694FD-58ED-E79C-CD6E-1C0FBF8BF8A1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반찬</a:t>
                </a:r>
              </a:p>
            </p:txBody>
          </p:sp>
          <p:sp>
            <p:nvSpPr>
              <p:cNvPr id="3102" name="사각형: 둥근 모서리 3101">
                <a:extLst>
                  <a:ext uri="{FF2B5EF4-FFF2-40B4-BE49-F238E27FC236}">
                    <a16:creationId xmlns:a16="http://schemas.microsoft.com/office/drawing/2014/main" id="{6599A2C6-043D-D270-FC61-9ED357C1E2D9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술안주</a:t>
                </a:r>
              </a:p>
            </p:txBody>
          </p:sp>
          <p:sp>
            <p:nvSpPr>
              <p:cNvPr id="3103" name="사각형: 둥근 모서리 3102">
                <a:extLst>
                  <a:ext uri="{FF2B5EF4-FFF2-40B4-BE49-F238E27FC236}">
                    <a16:creationId xmlns:a16="http://schemas.microsoft.com/office/drawing/2014/main" id="{AF689C4B-5A20-3C21-CEDB-93F66A09E943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와인</a:t>
                </a:r>
              </a:p>
            </p:txBody>
          </p:sp>
          <p:sp>
            <p:nvSpPr>
              <p:cNvPr id="3104" name="사각형: 둥근 모서리 3103">
                <a:extLst>
                  <a:ext uri="{FF2B5EF4-FFF2-40B4-BE49-F238E27FC236}">
                    <a16:creationId xmlns:a16="http://schemas.microsoft.com/office/drawing/2014/main" id="{312677C6-E1E5-4CB9-DED9-95648F020829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소풍</a:t>
                </a:r>
              </a:p>
            </p:txBody>
          </p:sp>
        </p:grpSp>
        <p:grpSp>
          <p:nvGrpSpPr>
            <p:cNvPr id="2096" name="그룹 2095">
              <a:extLst>
                <a:ext uri="{FF2B5EF4-FFF2-40B4-BE49-F238E27FC236}">
                  <a16:creationId xmlns:a16="http://schemas.microsoft.com/office/drawing/2014/main" id="{7DE3FB65-366B-CE75-80A8-7D50487A2B58}"/>
                </a:ext>
              </a:extLst>
            </p:cNvPr>
            <p:cNvGrpSpPr/>
            <p:nvPr/>
          </p:nvGrpSpPr>
          <p:grpSpPr>
            <a:xfrm>
              <a:off x="10120334" y="14989423"/>
              <a:ext cx="3759554" cy="450416"/>
              <a:chOff x="6488523" y="2287239"/>
              <a:chExt cx="2984431" cy="357552"/>
            </a:xfrm>
          </p:grpSpPr>
          <p:sp>
            <p:nvSpPr>
              <p:cNvPr id="3092" name="TextBox 3091">
                <a:extLst>
                  <a:ext uri="{FF2B5EF4-FFF2-40B4-BE49-F238E27FC236}">
                    <a16:creationId xmlns:a16="http://schemas.microsoft.com/office/drawing/2014/main" id="{A94EAAA8-7882-6739-23AD-975F17540C62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상황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/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장소</a:t>
                </a:r>
              </a:p>
            </p:txBody>
          </p:sp>
          <p:sp>
            <p:nvSpPr>
              <p:cNvPr id="3093" name="사각형: 둥근 모서리 3092">
                <a:extLst>
                  <a:ext uri="{FF2B5EF4-FFF2-40B4-BE49-F238E27FC236}">
                    <a16:creationId xmlns:a16="http://schemas.microsoft.com/office/drawing/2014/main" id="{C85D57FC-6631-9B17-6682-5A25E40A5C20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운동전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094" name="사각형: 둥근 모서리 3093">
                <a:extLst>
                  <a:ext uri="{FF2B5EF4-FFF2-40B4-BE49-F238E27FC236}">
                    <a16:creationId xmlns:a16="http://schemas.microsoft.com/office/drawing/2014/main" id="{CEEE9270-554F-E244-2643-E0801AA452DC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운동후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095" name="사각형: 둥근 모서리 3094">
                <a:extLst>
                  <a:ext uri="{FF2B5EF4-FFF2-40B4-BE49-F238E27FC236}">
                    <a16:creationId xmlns:a16="http://schemas.microsoft.com/office/drawing/2014/main" id="{B529C838-90A8-7F71-1773-68FB3EEFEBF8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캠핑</a:t>
                </a:r>
              </a:p>
            </p:txBody>
          </p:sp>
          <p:sp>
            <p:nvSpPr>
              <p:cNvPr id="3096" name="사각형: 둥근 모서리 3095">
                <a:extLst>
                  <a:ext uri="{FF2B5EF4-FFF2-40B4-BE49-F238E27FC236}">
                    <a16:creationId xmlns:a16="http://schemas.microsoft.com/office/drawing/2014/main" id="{FC6F444C-9B93-6E80-A0CD-08E51974752B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명절</a:t>
                </a:r>
              </a:p>
            </p:txBody>
          </p:sp>
          <p:sp>
            <p:nvSpPr>
              <p:cNvPr id="3097" name="사각형: 둥근 모서리 3096">
                <a:extLst>
                  <a:ext uri="{FF2B5EF4-FFF2-40B4-BE49-F238E27FC236}">
                    <a16:creationId xmlns:a16="http://schemas.microsoft.com/office/drawing/2014/main" id="{6E379DFA-97A4-2C53-C2E3-3A648E413977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생일</a:t>
                </a:r>
              </a:p>
            </p:txBody>
          </p:sp>
          <p:sp>
            <p:nvSpPr>
              <p:cNvPr id="3098" name="사각형: 둥근 모서리 3097">
                <a:extLst>
                  <a:ext uri="{FF2B5EF4-FFF2-40B4-BE49-F238E27FC236}">
                    <a16:creationId xmlns:a16="http://schemas.microsoft.com/office/drawing/2014/main" id="{51A99F9E-35C0-7D4B-4F0C-E45EC93E6D05}"/>
                  </a:ext>
                </a:extLst>
              </p:cNvPr>
              <p:cNvSpPr/>
              <p:nvPr/>
            </p:nvSpPr>
            <p:spPr>
              <a:xfrm>
                <a:off x="869752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추억</a:t>
                </a:r>
              </a:p>
            </p:txBody>
          </p:sp>
          <p:sp>
            <p:nvSpPr>
              <p:cNvPr id="3099" name="사각형: 둥근 모서리 3098">
                <a:extLst>
                  <a:ext uri="{FF2B5EF4-FFF2-40B4-BE49-F238E27FC236}">
                    <a16:creationId xmlns:a16="http://schemas.microsoft.com/office/drawing/2014/main" id="{1B9248A3-B96E-4D60-DA82-7CA948281066}"/>
                  </a:ext>
                </a:extLst>
              </p:cNvPr>
              <p:cNvSpPr/>
              <p:nvPr/>
            </p:nvSpPr>
            <p:spPr>
              <a:xfrm>
                <a:off x="910511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소풍</a:t>
                </a:r>
              </a:p>
            </p:txBody>
          </p:sp>
        </p:grpSp>
        <p:grpSp>
          <p:nvGrpSpPr>
            <p:cNvPr id="2097" name="그룹 2096">
              <a:extLst>
                <a:ext uri="{FF2B5EF4-FFF2-40B4-BE49-F238E27FC236}">
                  <a16:creationId xmlns:a16="http://schemas.microsoft.com/office/drawing/2014/main" id="{31E1AA76-1409-10C8-301D-5D7696F7302E}"/>
                </a:ext>
              </a:extLst>
            </p:cNvPr>
            <p:cNvGrpSpPr/>
            <p:nvPr/>
          </p:nvGrpSpPr>
          <p:grpSpPr>
            <a:xfrm>
              <a:off x="10112335" y="15785347"/>
              <a:ext cx="3724444" cy="450416"/>
              <a:chOff x="6488523" y="2287239"/>
              <a:chExt cx="2956560" cy="357552"/>
            </a:xfrm>
          </p:grpSpPr>
          <p:sp>
            <p:nvSpPr>
              <p:cNvPr id="3085" name="TextBox 3084">
                <a:extLst>
                  <a:ext uri="{FF2B5EF4-FFF2-40B4-BE49-F238E27FC236}">
                    <a16:creationId xmlns:a16="http://schemas.microsoft.com/office/drawing/2014/main" id="{8118820D-A544-B66A-11A2-94E0D179C1E0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난이도</a:t>
                </a:r>
              </a:p>
            </p:txBody>
          </p:sp>
          <p:sp>
            <p:nvSpPr>
              <p:cNvPr id="3086" name="사각형: 둥근 모서리 3085">
                <a:extLst>
                  <a:ext uri="{FF2B5EF4-FFF2-40B4-BE49-F238E27FC236}">
                    <a16:creationId xmlns:a16="http://schemas.microsoft.com/office/drawing/2014/main" id="{F0A58680-0B2C-F3A7-7678-3E08EADF7E8F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초간단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087" name="사각형: 둥근 모서리 3086">
                <a:extLst>
                  <a:ext uri="{FF2B5EF4-FFF2-40B4-BE49-F238E27FC236}">
                    <a16:creationId xmlns:a16="http://schemas.microsoft.com/office/drawing/2014/main" id="{261B510D-65D3-78E2-02EB-18CA4DB0B655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심플한</a:t>
                </a:r>
              </a:p>
            </p:txBody>
          </p:sp>
          <p:sp>
            <p:nvSpPr>
              <p:cNvPr id="3088" name="사각형: 둥근 모서리 3087">
                <a:extLst>
                  <a:ext uri="{FF2B5EF4-FFF2-40B4-BE49-F238E27FC236}">
                    <a16:creationId xmlns:a16="http://schemas.microsoft.com/office/drawing/2014/main" id="{52589C21-43E4-25E0-1A89-CF1232500F9F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난이도하</a:t>
                </a:r>
                <a:endPara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089" name="사각형: 둥근 모서리 3088">
                <a:extLst>
                  <a:ext uri="{FF2B5EF4-FFF2-40B4-BE49-F238E27FC236}">
                    <a16:creationId xmlns:a16="http://schemas.microsoft.com/office/drawing/2014/main" id="{786C8B35-8D56-49F5-6635-2F0018EEDADE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초보</a:t>
                </a:r>
              </a:p>
            </p:txBody>
          </p:sp>
          <p:sp>
            <p:nvSpPr>
              <p:cNvPr id="3090" name="사각형: 둥근 모서리 3089">
                <a:extLst>
                  <a:ext uri="{FF2B5EF4-FFF2-40B4-BE49-F238E27FC236}">
                    <a16:creationId xmlns:a16="http://schemas.microsoft.com/office/drawing/2014/main" id="{ED68FD44-F384-54FD-476C-02D943C95CDB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즉석</a:t>
                </a:r>
              </a:p>
            </p:txBody>
          </p:sp>
          <p:sp>
            <p:nvSpPr>
              <p:cNvPr id="3091" name="사각형: 둥근 모서리 3090">
                <a:extLst>
                  <a:ext uri="{FF2B5EF4-FFF2-40B4-BE49-F238E27FC236}">
                    <a16:creationId xmlns:a16="http://schemas.microsoft.com/office/drawing/2014/main" id="{2A09953B-2165-ABDA-25CD-03D9AFF434D6}"/>
                  </a:ext>
                </a:extLst>
              </p:cNvPr>
              <p:cNvSpPr/>
              <p:nvPr/>
            </p:nvSpPr>
            <p:spPr>
              <a:xfrm>
                <a:off x="869752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귀차니즘</a:t>
                </a:r>
              </a:p>
            </p:txBody>
          </p:sp>
        </p:grpSp>
        <p:sp>
          <p:nvSpPr>
            <p:cNvPr id="2098" name="사각형: 둥근 모서리 2097">
              <a:extLst>
                <a:ext uri="{FF2B5EF4-FFF2-40B4-BE49-F238E27FC236}">
                  <a16:creationId xmlns:a16="http://schemas.microsoft.com/office/drawing/2014/main" id="{F6787FDA-EAB4-F911-CF35-BC46DC5BC68F}"/>
                </a:ext>
              </a:extLst>
            </p:cNvPr>
            <p:cNvSpPr/>
            <p:nvPr/>
          </p:nvSpPr>
          <p:spPr>
            <a:xfrm>
              <a:off x="10335848" y="15490635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잔칫상</a:t>
              </a:r>
            </a:p>
          </p:txBody>
        </p:sp>
        <p:sp>
          <p:nvSpPr>
            <p:cNvPr id="2099" name="사각형: 둥근 모서리 2098">
              <a:extLst>
                <a:ext uri="{FF2B5EF4-FFF2-40B4-BE49-F238E27FC236}">
                  <a16:creationId xmlns:a16="http://schemas.microsoft.com/office/drawing/2014/main" id="{FCFE0B7B-57E1-34EE-30C0-EA298F69ED10}"/>
                </a:ext>
              </a:extLst>
            </p:cNvPr>
            <p:cNvSpPr/>
            <p:nvPr/>
          </p:nvSpPr>
          <p:spPr>
            <a:xfrm>
              <a:off x="10849292" y="15490635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여행</a:t>
              </a:r>
            </a:p>
          </p:txBody>
        </p:sp>
        <p:grpSp>
          <p:nvGrpSpPr>
            <p:cNvPr id="2100" name="그룹 2099">
              <a:extLst>
                <a:ext uri="{FF2B5EF4-FFF2-40B4-BE49-F238E27FC236}">
                  <a16:creationId xmlns:a16="http://schemas.microsoft.com/office/drawing/2014/main" id="{F64AE97D-0FC2-1734-67E6-C4C23CCD1B8C}"/>
                </a:ext>
              </a:extLst>
            </p:cNvPr>
            <p:cNvGrpSpPr/>
            <p:nvPr/>
          </p:nvGrpSpPr>
          <p:grpSpPr>
            <a:xfrm>
              <a:off x="10112335" y="14579773"/>
              <a:ext cx="3759554" cy="450416"/>
              <a:chOff x="6488523" y="2287239"/>
              <a:chExt cx="2984431" cy="357552"/>
            </a:xfrm>
          </p:grpSpPr>
          <p:sp>
            <p:nvSpPr>
              <p:cNvPr id="3077" name="TextBox 3076">
                <a:extLst>
                  <a:ext uri="{FF2B5EF4-FFF2-40B4-BE49-F238E27FC236}">
                    <a16:creationId xmlns:a16="http://schemas.microsoft.com/office/drawing/2014/main" id="{82D46950-3F2A-E37E-39A2-A1204F2F6074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시간대</a:t>
                </a:r>
              </a:p>
            </p:txBody>
          </p:sp>
          <p:sp>
            <p:nvSpPr>
              <p:cNvPr id="3078" name="사각형: 둥근 모서리 3077">
                <a:extLst>
                  <a:ext uri="{FF2B5EF4-FFF2-40B4-BE49-F238E27FC236}">
                    <a16:creationId xmlns:a16="http://schemas.microsoft.com/office/drawing/2014/main" id="{8176B2AB-E4CF-F49A-ECFA-D94EFECFEE9F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주말</a:t>
                </a:r>
              </a:p>
            </p:txBody>
          </p:sp>
          <p:sp>
            <p:nvSpPr>
              <p:cNvPr id="3079" name="사각형: 둥근 모서리 3078">
                <a:extLst>
                  <a:ext uri="{FF2B5EF4-FFF2-40B4-BE49-F238E27FC236}">
                    <a16:creationId xmlns:a16="http://schemas.microsoft.com/office/drawing/2014/main" id="{5968E16C-F7C7-9ED0-B63C-750BDFD4FC5D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아침</a:t>
                </a:r>
              </a:p>
            </p:txBody>
          </p:sp>
          <p:sp>
            <p:nvSpPr>
              <p:cNvPr id="3080" name="사각형: 둥근 모서리 3079">
                <a:extLst>
                  <a:ext uri="{FF2B5EF4-FFF2-40B4-BE49-F238E27FC236}">
                    <a16:creationId xmlns:a16="http://schemas.microsoft.com/office/drawing/2014/main" id="{1C07B29A-67E0-52D0-3BF6-BF22236EAB42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브런치</a:t>
                </a:r>
              </a:p>
            </p:txBody>
          </p:sp>
          <p:sp>
            <p:nvSpPr>
              <p:cNvPr id="3081" name="사각형: 둥근 모서리 3080">
                <a:extLst>
                  <a:ext uri="{FF2B5EF4-FFF2-40B4-BE49-F238E27FC236}">
                    <a16:creationId xmlns:a16="http://schemas.microsoft.com/office/drawing/2014/main" id="{E99AEF7A-6660-AB43-DCF8-A0755D5D84DE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간식</a:t>
                </a:r>
              </a:p>
            </p:txBody>
          </p:sp>
          <p:sp>
            <p:nvSpPr>
              <p:cNvPr id="3082" name="사각형: 둥근 모서리 3081">
                <a:extLst>
                  <a:ext uri="{FF2B5EF4-FFF2-40B4-BE49-F238E27FC236}">
                    <a16:creationId xmlns:a16="http://schemas.microsoft.com/office/drawing/2014/main" id="{42F88869-93C8-7280-D856-E6DAEA40D080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점심</a:t>
                </a:r>
              </a:p>
            </p:txBody>
          </p:sp>
          <p:sp>
            <p:nvSpPr>
              <p:cNvPr id="3083" name="사각형: 둥근 모서리 3082">
                <a:extLst>
                  <a:ext uri="{FF2B5EF4-FFF2-40B4-BE49-F238E27FC236}">
                    <a16:creationId xmlns:a16="http://schemas.microsoft.com/office/drawing/2014/main" id="{FEC2E93E-9FF1-DA9F-6E97-62568060FB02}"/>
                  </a:ext>
                </a:extLst>
              </p:cNvPr>
              <p:cNvSpPr/>
              <p:nvPr/>
            </p:nvSpPr>
            <p:spPr>
              <a:xfrm>
                <a:off x="869752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저녁</a:t>
                </a:r>
              </a:p>
            </p:txBody>
          </p:sp>
          <p:sp>
            <p:nvSpPr>
              <p:cNvPr id="3084" name="사각형: 둥근 모서리 3083">
                <a:extLst>
                  <a:ext uri="{FF2B5EF4-FFF2-40B4-BE49-F238E27FC236}">
                    <a16:creationId xmlns:a16="http://schemas.microsoft.com/office/drawing/2014/main" id="{2E24C69F-2180-6A25-026D-8E22ACF22BA9}"/>
                  </a:ext>
                </a:extLst>
              </p:cNvPr>
              <p:cNvSpPr/>
              <p:nvPr/>
            </p:nvSpPr>
            <p:spPr>
              <a:xfrm>
                <a:off x="910511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야식</a:t>
                </a:r>
              </a:p>
            </p:txBody>
          </p:sp>
        </p:grpSp>
        <p:grpSp>
          <p:nvGrpSpPr>
            <p:cNvPr id="2101" name="그룹 2100">
              <a:extLst>
                <a:ext uri="{FF2B5EF4-FFF2-40B4-BE49-F238E27FC236}">
                  <a16:creationId xmlns:a16="http://schemas.microsoft.com/office/drawing/2014/main" id="{BE75EFC8-14C3-1133-7E15-F11242500266}"/>
                </a:ext>
              </a:extLst>
            </p:cNvPr>
            <p:cNvGrpSpPr/>
            <p:nvPr/>
          </p:nvGrpSpPr>
          <p:grpSpPr>
            <a:xfrm>
              <a:off x="10112335" y="16303697"/>
              <a:ext cx="3724444" cy="450416"/>
              <a:chOff x="6488523" y="2287239"/>
              <a:chExt cx="2956560" cy="357552"/>
            </a:xfrm>
          </p:grpSpPr>
          <p:sp>
            <p:nvSpPr>
              <p:cNvPr id="2109" name="TextBox 2108">
                <a:extLst>
                  <a:ext uri="{FF2B5EF4-FFF2-40B4-BE49-F238E27FC236}">
                    <a16:creationId xmlns:a16="http://schemas.microsoft.com/office/drawing/2014/main" id="{3FE2E6EA-75EB-2CFD-B31A-45F716A278AF}"/>
                  </a:ext>
                </a:extLst>
              </p:cNvPr>
              <p:cNvSpPr txBox="1"/>
              <p:nvPr/>
            </p:nvSpPr>
            <p:spPr>
              <a:xfrm>
                <a:off x="6488523" y="2287239"/>
                <a:ext cx="2956560" cy="196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- 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계절</a:t>
                </a:r>
                <a:r>
                  <a:rPr lang="en-US" altLang="ko-KR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·</a:t>
                </a:r>
                <a:r>
                  <a:rPr lang="ko-KR" altLang="en-US" sz="1008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시기</a:t>
                </a:r>
              </a:p>
            </p:txBody>
          </p:sp>
          <p:sp>
            <p:nvSpPr>
              <p:cNvPr id="2110" name="사각형: 둥근 모서리 2109">
                <a:extLst>
                  <a:ext uri="{FF2B5EF4-FFF2-40B4-BE49-F238E27FC236}">
                    <a16:creationId xmlns:a16="http://schemas.microsoft.com/office/drawing/2014/main" id="{2C2EA0CE-454C-2556-67D1-94F87F029980}"/>
                  </a:ext>
                </a:extLst>
              </p:cNvPr>
              <p:cNvSpPr/>
              <p:nvPr/>
            </p:nvSpPr>
            <p:spPr>
              <a:xfrm>
                <a:off x="665960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봄</a:t>
                </a:r>
              </a:p>
            </p:txBody>
          </p:sp>
          <p:sp>
            <p:nvSpPr>
              <p:cNvPr id="2111" name="사각형: 둥근 모서리 2110">
                <a:extLst>
                  <a:ext uri="{FF2B5EF4-FFF2-40B4-BE49-F238E27FC236}">
                    <a16:creationId xmlns:a16="http://schemas.microsoft.com/office/drawing/2014/main" id="{2E39A34A-CB3B-E0C6-F788-32F1674DC235}"/>
                  </a:ext>
                </a:extLst>
              </p:cNvPr>
              <p:cNvSpPr/>
              <p:nvPr/>
            </p:nvSpPr>
            <p:spPr>
              <a:xfrm>
                <a:off x="706718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여름</a:t>
                </a:r>
              </a:p>
            </p:txBody>
          </p:sp>
          <p:sp>
            <p:nvSpPr>
              <p:cNvPr id="3072" name="사각형: 둥근 모서리 3071">
                <a:extLst>
                  <a:ext uri="{FF2B5EF4-FFF2-40B4-BE49-F238E27FC236}">
                    <a16:creationId xmlns:a16="http://schemas.microsoft.com/office/drawing/2014/main" id="{DBF3D428-E31E-DAFE-DE58-0D291D75DE03}"/>
                  </a:ext>
                </a:extLst>
              </p:cNvPr>
              <p:cNvSpPr/>
              <p:nvPr/>
            </p:nvSpPr>
            <p:spPr>
              <a:xfrm>
                <a:off x="747477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가을</a:t>
                </a:r>
              </a:p>
            </p:txBody>
          </p:sp>
          <p:sp>
            <p:nvSpPr>
              <p:cNvPr id="3073" name="사각형: 둥근 모서리 3072">
                <a:extLst>
                  <a:ext uri="{FF2B5EF4-FFF2-40B4-BE49-F238E27FC236}">
                    <a16:creationId xmlns:a16="http://schemas.microsoft.com/office/drawing/2014/main" id="{4AA4D0BC-E482-AF13-2D33-C67A6FD53834}"/>
                  </a:ext>
                </a:extLst>
              </p:cNvPr>
              <p:cNvSpPr/>
              <p:nvPr/>
            </p:nvSpPr>
            <p:spPr>
              <a:xfrm>
                <a:off x="788235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겨울</a:t>
                </a:r>
              </a:p>
            </p:txBody>
          </p:sp>
          <p:sp>
            <p:nvSpPr>
              <p:cNvPr id="3075" name="사각형: 둥근 모서리 3074">
                <a:extLst>
                  <a:ext uri="{FF2B5EF4-FFF2-40B4-BE49-F238E27FC236}">
                    <a16:creationId xmlns:a16="http://schemas.microsoft.com/office/drawing/2014/main" id="{81702150-4BE3-3FB9-7B70-20368F9A20E9}"/>
                  </a:ext>
                </a:extLst>
              </p:cNvPr>
              <p:cNvSpPr/>
              <p:nvPr/>
            </p:nvSpPr>
            <p:spPr>
              <a:xfrm>
                <a:off x="8289944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환절기</a:t>
                </a:r>
              </a:p>
            </p:txBody>
          </p:sp>
          <p:sp>
            <p:nvSpPr>
              <p:cNvPr id="3076" name="사각형: 둥근 모서리 3075">
                <a:extLst>
                  <a:ext uri="{FF2B5EF4-FFF2-40B4-BE49-F238E27FC236}">
                    <a16:creationId xmlns:a16="http://schemas.microsoft.com/office/drawing/2014/main" id="{63368A58-D43E-30CC-6D20-B9D2EBB705BA}"/>
                  </a:ext>
                </a:extLst>
              </p:cNvPr>
              <p:cNvSpPr/>
              <p:nvPr/>
            </p:nvSpPr>
            <p:spPr>
              <a:xfrm>
                <a:off x="8697529" y="2469214"/>
                <a:ext cx="367840" cy="17557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82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초복</a:t>
                </a:r>
              </a:p>
            </p:txBody>
          </p:sp>
        </p:grpSp>
        <p:sp>
          <p:nvSpPr>
            <p:cNvPr id="2102" name="사각형: 둥근 모서리 2101">
              <a:extLst>
                <a:ext uri="{FF2B5EF4-FFF2-40B4-BE49-F238E27FC236}">
                  <a16:creationId xmlns:a16="http://schemas.microsoft.com/office/drawing/2014/main" id="{BB5D5C96-0D76-001F-A1D7-5E2527FCF2ED}"/>
                </a:ext>
              </a:extLst>
            </p:cNvPr>
            <p:cNvSpPr/>
            <p:nvPr/>
          </p:nvSpPr>
          <p:spPr>
            <a:xfrm>
              <a:off x="13428032" y="16532935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중복</a:t>
              </a:r>
            </a:p>
          </p:txBody>
        </p:sp>
        <p:sp>
          <p:nvSpPr>
            <p:cNvPr id="2103" name="사각형: 둥근 모서리 2102">
              <a:extLst>
                <a:ext uri="{FF2B5EF4-FFF2-40B4-BE49-F238E27FC236}">
                  <a16:creationId xmlns:a16="http://schemas.microsoft.com/office/drawing/2014/main" id="{35079DA2-2B67-1722-4C89-71651A24E9DF}"/>
                </a:ext>
              </a:extLst>
            </p:cNvPr>
            <p:cNvSpPr/>
            <p:nvPr/>
          </p:nvSpPr>
          <p:spPr>
            <a:xfrm>
              <a:off x="13941475" y="16532935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말복</a:t>
              </a:r>
            </a:p>
          </p:txBody>
        </p:sp>
        <p:sp>
          <p:nvSpPr>
            <p:cNvPr id="2104" name="사각형: 둥근 모서리 2103">
              <a:extLst>
                <a:ext uri="{FF2B5EF4-FFF2-40B4-BE49-F238E27FC236}">
                  <a16:creationId xmlns:a16="http://schemas.microsoft.com/office/drawing/2014/main" id="{AA93BE29-8171-CE8E-55F0-99AFCC232A8D}"/>
                </a:ext>
              </a:extLst>
            </p:cNvPr>
            <p:cNvSpPr/>
            <p:nvPr/>
          </p:nvSpPr>
          <p:spPr>
            <a:xfrm>
              <a:off x="14454919" y="16532935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동지</a:t>
              </a:r>
            </a:p>
          </p:txBody>
        </p:sp>
        <p:cxnSp>
          <p:nvCxnSpPr>
            <p:cNvPr id="2105" name="직선 연결선 2104">
              <a:extLst>
                <a:ext uri="{FF2B5EF4-FFF2-40B4-BE49-F238E27FC236}">
                  <a16:creationId xmlns:a16="http://schemas.microsoft.com/office/drawing/2014/main" id="{8B3130FE-EBC8-AD00-E824-AD33CEDE15B6}"/>
                </a:ext>
              </a:extLst>
            </p:cNvPr>
            <p:cNvCxnSpPr>
              <a:cxnSpLocks/>
            </p:cNvCxnSpPr>
            <p:nvPr/>
          </p:nvCxnSpPr>
          <p:spPr>
            <a:xfrm>
              <a:off x="10164243" y="11704706"/>
              <a:ext cx="489028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직선 연결선 2105">
              <a:extLst>
                <a:ext uri="{FF2B5EF4-FFF2-40B4-BE49-F238E27FC236}">
                  <a16:creationId xmlns:a16="http://schemas.microsoft.com/office/drawing/2014/main" id="{DF90E025-6E38-A816-ED4C-FA7C81F81764}"/>
                </a:ext>
              </a:extLst>
            </p:cNvPr>
            <p:cNvCxnSpPr>
              <a:cxnSpLocks/>
            </p:cNvCxnSpPr>
            <p:nvPr/>
          </p:nvCxnSpPr>
          <p:spPr>
            <a:xfrm>
              <a:off x="10169431" y="12962221"/>
              <a:ext cx="489028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직선 연결선 2106">
              <a:extLst>
                <a:ext uri="{FF2B5EF4-FFF2-40B4-BE49-F238E27FC236}">
                  <a16:creationId xmlns:a16="http://schemas.microsoft.com/office/drawing/2014/main" id="{E5E77AF4-2444-2DEA-A17A-A9B80B296106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187" y="13626751"/>
              <a:ext cx="489028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직선 연결선 2107">
              <a:extLst>
                <a:ext uri="{FF2B5EF4-FFF2-40B4-BE49-F238E27FC236}">
                  <a16:creationId xmlns:a16="http://schemas.microsoft.com/office/drawing/2014/main" id="{3B136AEC-7AA6-B65B-DECD-C445D6453708}"/>
                </a:ext>
              </a:extLst>
            </p:cNvPr>
            <p:cNvCxnSpPr>
              <a:cxnSpLocks/>
            </p:cNvCxnSpPr>
            <p:nvPr/>
          </p:nvCxnSpPr>
          <p:spPr>
            <a:xfrm>
              <a:off x="10107909" y="16945291"/>
              <a:ext cx="489028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8" name="TextBox 4147">
              <a:extLst>
                <a:ext uri="{FF2B5EF4-FFF2-40B4-BE49-F238E27FC236}">
                  <a16:creationId xmlns:a16="http://schemas.microsoft.com/office/drawing/2014/main" id="{1DBC53D4-6490-17E4-3CA7-06B7A3F98853}"/>
                </a:ext>
              </a:extLst>
            </p:cNvPr>
            <p:cNvSpPr txBox="1"/>
            <p:nvPr/>
          </p:nvSpPr>
          <p:spPr>
            <a:xfrm>
              <a:off x="10012781" y="3571904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■ 꼭 포함할 재료</a:t>
              </a:r>
            </a:p>
          </p:txBody>
        </p:sp>
        <p:sp>
          <p:nvSpPr>
            <p:cNvPr id="4250" name="TextBox 4249">
              <a:extLst>
                <a:ext uri="{FF2B5EF4-FFF2-40B4-BE49-F238E27FC236}">
                  <a16:creationId xmlns:a16="http://schemas.microsoft.com/office/drawing/2014/main" id="{F557DF8D-A029-D893-51BE-BD31D9B6E43E}"/>
                </a:ext>
              </a:extLst>
            </p:cNvPr>
            <p:cNvSpPr txBox="1"/>
            <p:nvPr/>
          </p:nvSpPr>
          <p:spPr>
            <a:xfrm>
              <a:off x="10022306" y="4266472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■ 꼭 제외할 재료</a:t>
              </a:r>
            </a:p>
          </p:txBody>
        </p:sp>
        <p:pic>
          <p:nvPicPr>
            <p:cNvPr id="4252" name="그림 4251">
              <a:extLst>
                <a:ext uri="{FF2B5EF4-FFF2-40B4-BE49-F238E27FC236}">
                  <a16:creationId xmlns:a16="http://schemas.microsoft.com/office/drawing/2014/main" id="{95129F73-80A9-D9EF-4B0E-3D2168275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b="59519"/>
            <a:stretch/>
          </p:blipFill>
          <p:spPr>
            <a:xfrm>
              <a:off x="10179135" y="3756160"/>
              <a:ext cx="2952750" cy="524392"/>
            </a:xfrm>
            <a:prstGeom prst="rect">
              <a:avLst/>
            </a:prstGeom>
          </p:spPr>
        </p:pic>
        <p:pic>
          <p:nvPicPr>
            <p:cNvPr id="4253" name="그림 4252">
              <a:extLst>
                <a:ext uri="{FF2B5EF4-FFF2-40B4-BE49-F238E27FC236}">
                  <a16:creationId xmlns:a16="http://schemas.microsoft.com/office/drawing/2014/main" id="{7CF21DBA-F930-7046-742F-634B2B5F8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t="60606" b="-1087"/>
            <a:stretch/>
          </p:blipFill>
          <p:spPr>
            <a:xfrm>
              <a:off x="10156830" y="4509165"/>
              <a:ext cx="2952750" cy="524392"/>
            </a:xfrm>
            <a:prstGeom prst="rect">
              <a:avLst/>
            </a:prstGeom>
          </p:spPr>
        </p:pic>
        <p:cxnSp>
          <p:nvCxnSpPr>
            <p:cNvPr id="4254" name="직선 연결선 4253">
              <a:extLst>
                <a:ext uri="{FF2B5EF4-FFF2-40B4-BE49-F238E27FC236}">
                  <a16:creationId xmlns:a16="http://schemas.microsoft.com/office/drawing/2014/main" id="{CB691B66-2B21-0563-DA63-6FF58974C36F}"/>
                </a:ext>
              </a:extLst>
            </p:cNvPr>
            <p:cNvCxnSpPr>
              <a:cxnSpLocks/>
            </p:cNvCxnSpPr>
            <p:nvPr/>
          </p:nvCxnSpPr>
          <p:spPr>
            <a:xfrm>
              <a:off x="10177496" y="5147038"/>
              <a:ext cx="489028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58" name="사각형: 둥근 모서리 4257">
              <a:extLst>
                <a:ext uri="{FF2B5EF4-FFF2-40B4-BE49-F238E27FC236}">
                  <a16:creationId xmlns:a16="http://schemas.microsoft.com/office/drawing/2014/main" id="{C8DD2FE0-024E-BF4E-D582-61C0FE825491}"/>
                </a:ext>
              </a:extLst>
            </p:cNvPr>
            <p:cNvSpPr/>
            <p:nvPr/>
          </p:nvSpPr>
          <p:spPr>
            <a:xfrm>
              <a:off x="11151855" y="13294550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와이프</a:t>
              </a:r>
            </a:p>
          </p:txBody>
        </p:sp>
        <p:sp>
          <p:nvSpPr>
            <p:cNvPr id="4256" name="TextBox 4255">
              <a:extLst>
                <a:ext uri="{FF2B5EF4-FFF2-40B4-BE49-F238E27FC236}">
                  <a16:creationId xmlns:a16="http://schemas.microsoft.com/office/drawing/2014/main" id="{FCD13C31-6B60-A787-7D66-95DA9725F7ED}"/>
                </a:ext>
              </a:extLst>
            </p:cNvPr>
            <p:cNvSpPr txBox="1"/>
            <p:nvPr/>
          </p:nvSpPr>
          <p:spPr>
            <a:xfrm>
              <a:off x="10022306" y="2801729"/>
              <a:ext cx="37244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■ 꼭 포함할 키워드 </a:t>
              </a:r>
              <a:r>
                <a:rPr lang="en-US" altLang="ko-KR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</a:t>
              </a:r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게시글 제목 혹은 본문</a:t>
              </a:r>
              <a:r>
                <a:rPr lang="en-US" altLang="ko-KR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  <a:endParaRPr lang="ko-KR" alt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4260" name="그림 4259">
              <a:extLst>
                <a:ext uri="{FF2B5EF4-FFF2-40B4-BE49-F238E27FC236}">
                  <a16:creationId xmlns:a16="http://schemas.microsoft.com/office/drawing/2014/main" id="{6AEC0E9F-7C75-7D34-5563-07883623C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b="59519"/>
            <a:stretch/>
          </p:blipFill>
          <p:spPr>
            <a:xfrm>
              <a:off x="10188660" y="2985985"/>
              <a:ext cx="2952750" cy="5243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3273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C25DD-CA12-15F4-8F90-946CB0CB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직사각형 3131">
            <a:extLst>
              <a:ext uri="{FF2B5EF4-FFF2-40B4-BE49-F238E27FC236}">
                <a16:creationId xmlns:a16="http://schemas.microsoft.com/office/drawing/2014/main" id="{3CD9E696-C32E-2100-F926-DE2D8D157D3E}"/>
              </a:ext>
            </a:extLst>
          </p:cNvPr>
          <p:cNvSpPr/>
          <p:nvPr/>
        </p:nvSpPr>
        <p:spPr>
          <a:xfrm>
            <a:off x="-1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5A0D03-ED30-4DD2-3841-4F353E774970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42FC0FFB-3258-03A5-9E9E-30785C4EA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E58AC84-AB12-1427-CD62-5576312F4BB0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4127" name="TextBox 4126">
            <a:extLst>
              <a:ext uri="{FF2B5EF4-FFF2-40B4-BE49-F238E27FC236}">
                <a16:creationId xmlns:a16="http://schemas.microsoft.com/office/drawing/2014/main" id="{F5604D1C-5942-42A8-9A44-DBC7D2DC6051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4128" name="TextBox 4127">
            <a:extLst>
              <a:ext uri="{FF2B5EF4-FFF2-40B4-BE49-F238E27FC236}">
                <a16:creationId xmlns:a16="http://schemas.microsoft.com/office/drawing/2014/main" id="{1C8BF97F-8989-2027-AEFE-18528E6E94EB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4144" name="그림 4143">
            <a:extLst>
              <a:ext uri="{FF2B5EF4-FFF2-40B4-BE49-F238E27FC236}">
                <a16:creationId xmlns:a16="http://schemas.microsoft.com/office/drawing/2014/main" id="{EEA9D54E-9472-3168-9BD2-5463EE7F7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61" y="14567438"/>
            <a:ext cx="299565" cy="528732"/>
          </a:xfrm>
          <a:prstGeom prst="rect">
            <a:avLst/>
          </a:prstGeom>
        </p:spPr>
      </p:pic>
      <p:pic>
        <p:nvPicPr>
          <p:cNvPr id="4154" name="그림 4153">
            <a:extLst>
              <a:ext uri="{FF2B5EF4-FFF2-40B4-BE49-F238E27FC236}">
                <a16:creationId xmlns:a16="http://schemas.microsoft.com/office/drawing/2014/main" id="{84765085-8A2E-38CD-15C3-481F61943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4155" name="그림 4154">
            <a:extLst>
              <a:ext uri="{FF2B5EF4-FFF2-40B4-BE49-F238E27FC236}">
                <a16:creationId xmlns:a16="http://schemas.microsoft.com/office/drawing/2014/main" id="{9AE4E878-3B5B-FB26-8F47-8379CFFDD2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4156" name="TextBox 4155">
            <a:extLst>
              <a:ext uri="{FF2B5EF4-FFF2-40B4-BE49-F238E27FC236}">
                <a16:creationId xmlns:a16="http://schemas.microsoft.com/office/drawing/2014/main" id="{1F79D330-7A81-1839-73B3-60F8AD11BFFF}"/>
              </a:ext>
            </a:extLst>
          </p:cNvPr>
          <p:cNvSpPr txBox="1"/>
          <p:nvPr/>
        </p:nvSpPr>
        <p:spPr>
          <a:xfrm>
            <a:off x="850034" y="1494365"/>
            <a:ext cx="547576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요리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부터 테마 추천까지</a:t>
            </a:r>
          </a:p>
        </p:txBody>
      </p:sp>
      <p:sp>
        <p:nvSpPr>
          <p:cNvPr id="2067" name="TextBox 2066">
            <a:extLst>
              <a:ext uri="{FF2B5EF4-FFF2-40B4-BE49-F238E27FC236}">
                <a16:creationId xmlns:a16="http://schemas.microsoft.com/office/drawing/2014/main" id="{4DB36A37-25A5-C03E-7216-B20C00A53268}"/>
              </a:ext>
            </a:extLst>
          </p:cNvPr>
          <p:cNvSpPr txBox="1"/>
          <p:nvPr/>
        </p:nvSpPr>
        <p:spPr>
          <a:xfrm>
            <a:off x="-1" y="16351339"/>
            <a:ext cx="9187544" cy="1107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400" dirty="0"/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설명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해당페이지는 내 냉장고에 있는 재료들과는 관계 없이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다른 사람들이 어떤 레시피나 재료나 테마에 관심이 있는지를 보여주는 페이지이다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홈페이지 메뉴 네비게이션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홈페이지의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메뉴바이다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일단 크게는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냉장고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이렇게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네가지의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메뉴가 있음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</a:p>
          <a:p>
            <a:pPr marL="215976" indent="-215976">
              <a:buFontTx/>
              <a:buChar char="-"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아이콘은 클릭이 안된 경우엔 아래 경로의 이미지 아이콘을 쓰고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화이트계열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\assets\navigator_myfridgerecipe_white.png“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\assets\navigator_popularity_white.png“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\assets\navigator_mypage_white.png“</a:t>
            </a:r>
          </a:p>
          <a:p>
            <a:pPr marL="215976" indent="-215976">
              <a:buFontTx/>
              <a:buChar char="-"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클릭이 된 경우엔 아래 경로의 이미지 아이콘을 쓴다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블랙계열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\assets\navigator_myfridgerecipe_black.png“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\assets\navigator_popularity_black.png“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\assets\navigator_mypage_black.png“</a:t>
            </a: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지금은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요즘 인기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페이지에 해당하니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요즘 인기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에 해당하는 아이콘만 블랙 계열의 파일을 쓰고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요즘 인기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의 글씨만 가장 진한 검정이고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나머지는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회색글자이다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. 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ⓑ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인기 레시피	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like+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댓글수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기준으로 자동 정렬 (최근 24시간 기준을 기본으로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셋팅하되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위에 정렬 기준인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오늘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이번주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이번달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기간선택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얘는 달력 팝업 뜨도록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)’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하게 되면 기간 기준을 새로 설정한다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혹은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필터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앞에서도 사용했던 필터와 동일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기능을 클릭하면 앞에서 처럼 팝업창이 뜨며 여러가지를 선택할 수 있는데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기준으로 필터가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되기도한다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하단에는 레시피의 썸네일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제목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좋아요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댓글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레시피의 특징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두어가지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사야할재료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가능한 재료 등을 나열한다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게시글의 나열은 옆으로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쭈욱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늘어져있는데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드래그를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옆으로하면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새로운 게시글이 계속 나오는 형태이다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이걸 뭐라하지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썸네일 그림 위에는 완료하기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 버튼이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앞서 정의한 기능과 동일하다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endParaRPr lang="en-US" altLang="ko-KR" sz="1400" dirty="0"/>
          </a:p>
          <a:p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Ⓒ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재료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	</a:t>
            </a: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 본문들 중 재료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언급량이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전주 대비 몇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%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상승했는지를 기반으로 인기재료를 선정한다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기간은 어제대비 오늘을 할 수 도 있고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저번주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대비 이번주를 할 수도 있고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저번달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대비 이번달을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할수도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달력 팝업을 띄어 비교 기간 선택도 할 수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언급량이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높았던 순으로 재료를 나열한다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재료의 이름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 레시피 건수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기간대비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정도만 정보를 기술한다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게시글의 나열은 옆으로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쭈욱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늘어져있는데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드래그를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옆으로하면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새로운 게시글이 계속 나오는 형태이다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이걸 뭐라하지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여기에 완료하기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 버튼은 없다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endParaRPr lang="en-US" altLang="ko-KR" sz="1400" dirty="0"/>
          </a:p>
          <a:p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ⓓ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테마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	</a:t>
            </a: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본문들 중 테마와 관련된 키워드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보통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필터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들어있던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요리효능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요리영양분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 식사 대상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TPO’,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요리스타일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 관련된 모든 키워드들이 고려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언급량이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전주 대비 몇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%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상승했는지를 기반으로 인기재료를 선정한다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기간은 어제대비 오늘을 할 수 도 있고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저번주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대비 이번주를 할 수도 있고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저번달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대비 이번달을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할수도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달력 팝업을 띄어 비교 기간 선택도 할 수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언급량이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높았던 순으로 재료를 나열한다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재료의 이름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 레시피 건수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기간대비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언급량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정도만 정보를 기술한다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게시글의 나열은 옆으로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쭈욱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늘어져있는데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드래그를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옆으로하면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새로운 게시글이 계속 나오는 형태이다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이걸 뭐라하지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?)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여기에 완료하기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 버튼은 없다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</a:p>
          <a:p>
            <a:pPr marL="215976" indent="-215976">
              <a:buFontTx/>
              <a:buChar char="-"/>
            </a:pPr>
            <a:endParaRPr lang="en-US" altLang="ko-KR" sz="1400" dirty="0"/>
          </a:p>
          <a:p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ⓔ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특정 재료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키워드 기반으로 인기 레시피 찾아보기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관심있는 키워드를 검색하면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관련된 레시피들이 보여진다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보여지는 형식은 아까 위에서 보여준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인기 레시피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”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와 같은 형식으로 페이지가 전환되는 방식이다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endParaRPr lang="ko-KR" altLang="en-US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902C5B9-8684-80E0-683C-0B96FC3117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87A1D7-4615-48E7-8374-D18CD538F0AB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DBFF53A-6AEF-68E9-29F7-2EB3FCA419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540" y="14579355"/>
            <a:ext cx="449450" cy="50320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7D49889-7527-F799-8DA7-CAFA8F505250}"/>
              </a:ext>
            </a:extLst>
          </p:cNvPr>
          <p:cNvSpPr txBox="1"/>
          <p:nvPr/>
        </p:nvSpPr>
        <p:spPr>
          <a:xfrm>
            <a:off x="482116" y="2409316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인기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7DE85C-EC37-5FC2-EF7E-F72C5BE63533}"/>
              </a:ext>
            </a:extLst>
          </p:cNvPr>
          <p:cNvSpPr txBox="1"/>
          <p:nvPr/>
        </p:nvSpPr>
        <p:spPr>
          <a:xfrm>
            <a:off x="476224" y="3821381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틱톡에서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유행하는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초간단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안주레시피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E011B83F-CDC4-BF62-3A1A-E8D5B34385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7" b="35174"/>
          <a:stretch/>
        </p:blipFill>
        <p:spPr bwMode="auto">
          <a:xfrm>
            <a:off x="571097" y="2871333"/>
            <a:ext cx="2153678" cy="96699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BD7E305B-6D3C-F186-7EA4-3D8D3D16F91B}"/>
              </a:ext>
            </a:extLst>
          </p:cNvPr>
          <p:cNvGrpSpPr/>
          <p:nvPr/>
        </p:nvGrpSpPr>
        <p:grpSpPr>
          <a:xfrm>
            <a:off x="2172635" y="3554100"/>
            <a:ext cx="518048" cy="260567"/>
            <a:chOff x="7257057" y="1627391"/>
            <a:chExt cx="411240" cy="206845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A02A391-16A9-AFA3-F0F6-018AC1CFE9C8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F6A90995-71A9-2B6D-8EDE-AE2B2E7CA49F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63FBA6C-ECE3-2929-3104-AC887CE19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07" name="그림 4106">
              <a:extLst>
                <a:ext uri="{FF2B5EF4-FFF2-40B4-BE49-F238E27FC236}">
                  <a16:creationId xmlns:a16="http://schemas.microsoft.com/office/drawing/2014/main" id="{CF551151-1A47-1E02-6F4B-485CE12A6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sp>
        <p:nvSpPr>
          <p:cNvPr id="4130" name="사각형: 둥근 모서리 4129">
            <a:extLst>
              <a:ext uri="{FF2B5EF4-FFF2-40B4-BE49-F238E27FC236}">
                <a16:creationId xmlns:a16="http://schemas.microsoft.com/office/drawing/2014/main" id="{0812EF3A-751D-F856-FB71-31CE1F5E2DF9}"/>
              </a:ext>
            </a:extLst>
          </p:cNvPr>
          <p:cNvSpPr/>
          <p:nvPr/>
        </p:nvSpPr>
        <p:spPr>
          <a:xfrm>
            <a:off x="1786016" y="408322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초간단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31" name="사각형: 둥근 모서리 4130">
            <a:extLst>
              <a:ext uri="{FF2B5EF4-FFF2-40B4-BE49-F238E27FC236}">
                <a16:creationId xmlns:a16="http://schemas.microsoft.com/office/drawing/2014/main" id="{F72EC5F5-F5AA-E3A4-019A-C16B3D428A78}"/>
              </a:ext>
            </a:extLst>
          </p:cNvPr>
          <p:cNvSpPr/>
          <p:nvPr/>
        </p:nvSpPr>
        <p:spPr>
          <a:xfrm>
            <a:off x="2262239" y="408322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술안주</a:t>
            </a:r>
          </a:p>
        </p:txBody>
      </p:sp>
      <p:sp>
        <p:nvSpPr>
          <p:cNvPr id="4133" name="TextBox 4132">
            <a:extLst>
              <a:ext uri="{FF2B5EF4-FFF2-40B4-BE49-F238E27FC236}">
                <a16:creationId xmlns:a16="http://schemas.microsoft.com/office/drawing/2014/main" id="{746C36DA-093E-A5BE-B823-7867C0B582F3}"/>
              </a:ext>
            </a:extLst>
          </p:cNvPr>
          <p:cNvSpPr txBox="1"/>
          <p:nvPr/>
        </p:nvSpPr>
        <p:spPr>
          <a:xfrm>
            <a:off x="482117" y="4063242"/>
            <a:ext cx="142222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좋아요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110 /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댓글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13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4134" name="그림 4133">
            <a:extLst>
              <a:ext uri="{FF2B5EF4-FFF2-40B4-BE49-F238E27FC236}">
                <a16:creationId xmlns:a16="http://schemas.microsoft.com/office/drawing/2014/main" id="{761DE076-DA04-9183-0399-4B368E570CA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1854" b="11854"/>
          <a:stretch/>
        </p:blipFill>
        <p:spPr>
          <a:xfrm>
            <a:off x="3086138" y="2874778"/>
            <a:ext cx="2182517" cy="963555"/>
          </a:xfrm>
          <a:prstGeom prst="roundRect">
            <a:avLst/>
          </a:prstGeom>
          <a:noFill/>
        </p:spPr>
      </p:pic>
      <p:sp>
        <p:nvSpPr>
          <p:cNvPr id="4136" name="TextBox 4135">
            <a:extLst>
              <a:ext uri="{FF2B5EF4-FFF2-40B4-BE49-F238E27FC236}">
                <a16:creationId xmlns:a16="http://schemas.microsoft.com/office/drawing/2014/main" id="{1DDEB3FA-5B80-1957-7B6C-8F55B45355C2}"/>
              </a:ext>
            </a:extLst>
          </p:cNvPr>
          <p:cNvSpPr txBox="1"/>
          <p:nvPr/>
        </p:nvSpPr>
        <p:spPr>
          <a:xfrm>
            <a:off x="2988690" y="3821381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다이어트 김밥 만들기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오이김밥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</a:p>
        </p:txBody>
      </p:sp>
      <p:grpSp>
        <p:nvGrpSpPr>
          <p:cNvPr id="4137" name="그룹 4136">
            <a:extLst>
              <a:ext uri="{FF2B5EF4-FFF2-40B4-BE49-F238E27FC236}">
                <a16:creationId xmlns:a16="http://schemas.microsoft.com/office/drawing/2014/main" id="{44B4A815-DEB0-AE36-70DF-98266D24A8AE}"/>
              </a:ext>
            </a:extLst>
          </p:cNvPr>
          <p:cNvGrpSpPr/>
          <p:nvPr/>
        </p:nvGrpSpPr>
        <p:grpSpPr>
          <a:xfrm>
            <a:off x="4673632" y="3554100"/>
            <a:ext cx="518048" cy="260567"/>
            <a:chOff x="7257057" y="1627391"/>
            <a:chExt cx="411240" cy="206845"/>
          </a:xfrm>
        </p:grpSpPr>
        <p:sp>
          <p:nvSpPr>
            <p:cNvPr id="4138" name="타원 4137">
              <a:extLst>
                <a:ext uri="{FF2B5EF4-FFF2-40B4-BE49-F238E27FC236}">
                  <a16:creationId xmlns:a16="http://schemas.microsoft.com/office/drawing/2014/main" id="{8B03FD8B-08C2-373B-459E-EB52A2BEE041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39" name="타원 4138">
              <a:extLst>
                <a:ext uri="{FF2B5EF4-FFF2-40B4-BE49-F238E27FC236}">
                  <a16:creationId xmlns:a16="http://schemas.microsoft.com/office/drawing/2014/main" id="{0CBF3823-BFEA-0792-88F5-CFA52CAE0948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41" name="그림 4140">
              <a:extLst>
                <a:ext uri="{FF2B5EF4-FFF2-40B4-BE49-F238E27FC236}">
                  <a16:creationId xmlns:a16="http://schemas.microsoft.com/office/drawing/2014/main" id="{BFC33CD6-9E9B-B965-4EB8-0169A8B5C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42" name="그림 4141">
              <a:extLst>
                <a:ext uri="{FF2B5EF4-FFF2-40B4-BE49-F238E27FC236}">
                  <a16:creationId xmlns:a16="http://schemas.microsoft.com/office/drawing/2014/main" id="{D8418891-150A-7178-BE4A-0DB10DDD0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sp>
        <p:nvSpPr>
          <p:cNvPr id="4143" name="사각형: 둥근 모서리 4142">
            <a:extLst>
              <a:ext uri="{FF2B5EF4-FFF2-40B4-BE49-F238E27FC236}">
                <a16:creationId xmlns:a16="http://schemas.microsoft.com/office/drawing/2014/main" id="{EE7FDB4D-A44A-5639-A522-3501D3EE6959}"/>
              </a:ext>
            </a:extLst>
          </p:cNvPr>
          <p:cNvSpPr/>
          <p:nvPr/>
        </p:nvSpPr>
        <p:spPr>
          <a:xfrm>
            <a:off x="4298482" y="408322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다이어트</a:t>
            </a:r>
          </a:p>
        </p:txBody>
      </p:sp>
      <p:sp>
        <p:nvSpPr>
          <p:cNvPr id="4145" name="사각형: 둥근 모서리 4144">
            <a:extLst>
              <a:ext uri="{FF2B5EF4-FFF2-40B4-BE49-F238E27FC236}">
                <a16:creationId xmlns:a16="http://schemas.microsoft.com/office/drawing/2014/main" id="{53DD5CF9-ABE6-0D57-505D-342718F400C0}"/>
              </a:ext>
            </a:extLst>
          </p:cNvPr>
          <p:cNvSpPr/>
          <p:nvPr/>
        </p:nvSpPr>
        <p:spPr>
          <a:xfrm>
            <a:off x="4774705" y="408322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46" name="TextBox 4145">
            <a:extLst>
              <a:ext uri="{FF2B5EF4-FFF2-40B4-BE49-F238E27FC236}">
                <a16:creationId xmlns:a16="http://schemas.microsoft.com/office/drawing/2014/main" id="{7679CFE1-BCEC-FFBC-70A6-9C96131FF771}"/>
              </a:ext>
            </a:extLst>
          </p:cNvPr>
          <p:cNvSpPr txBox="1"/>
          <p:nvPr/>
        </p:nvSpPr>
        <p:spPr>
          <a:xfrm>
            <a:off x="2994583" y="4063242"/>
            <a:ext cx="142222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좋아요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90 /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댓글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10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47" name="사각형: 둥근 모서리 4146">
            <a:extLst>
              <a:ext uri="{FF2B5EF4-FFF2-40B4-BE49-F238E27FC236}">
                <a16:creationId xmlns:a16="http://schemas.microsoft.com/office/drawing/2014/main" id="{FC3D00B0-2ED0-9C22-28E6-CCA89F58977B}"/>
              </a:ext>
            </a:extLst>
          </p:cNvPr>
          <p:cNvSpPr/>
          <p:nvPr/>
        </p:nvSpPr>
        <p:spPr>
          <a:xfrm>
            <a:off x="563178" y="3105570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53" name="사각형: 둥근 모서리 4152">
            <a:extLst>
              <a:ext uri="{FF2B5EF4-FFF2-40B4-BE49-F238E27FC236}">
                <a16:creationId xmlns:a16="http://schemas.microsoft.com/office/drawing/2014/main" id="{790619B4-0499-250F-D41F-6A51CB1C86F3}"/>
              </a:ext>
            </a:extLst>
          </p:cNvPr>
          <p:cNvSpPr/>
          <p:nvPr/>
        </p:nvSpPr>
        <p:spPr>
          <a:xfrm>
            <a:off x="564192" y="4680687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57" name="사각형: 둥근 모서리 4156">
            <a:extLst>
              <a:ext uri="{FF2B5EF4-FFF2-40B4-BE49-F238E27FC236}">
                <a16:creationId xmlns:a16="http://schemas.microsoft.com/office/drawing/2014/main" id="{8191CAB5-B8E7-A18A-944C-F4EA9556C2A0}"/>
              </a:ext>
            </a:extLst>
          </p:cNvPr>
          <p:cNvSpPr/>
          <p:nvPr/>
        </p:nvSpPr>
        <p:spPr>
          <a:xfrm>
            <a:off x="1617925" y="4680687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나초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또띠아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58" name="사각형: 둥근 모서리 4157">
            <a:extLst>
              <a:ext uri="{FF2B5EF4-FFF2-40B4-BE49-F238E27FC236}">
                <a16:creationId xmlns:a16="http://schemas.microsoft.com/office/drawing/2014/main" id="{EEFD65B4-6008-7AA6-6E89-12359CAF9205}"/>
              </a:ext>
            </a:extLst>
          </p:cNvPr>
          <p:cNvSpPr/>
          <p:nvPr/>
        </p:nvSpPr>
        <p:spPr>
          <a:xfrm>
            <a:off x="563178" y="441496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59" name="사각형: 둥근 모서리 4158">
            <a:extLst>
              <a:ext uri="{FF2B5EF4-FFF2-40B4-BE49-F238E27FC236}">
                <a16:creationId xmlns:a16="http://schemas.microsoft.com/office/drawing/2014/main" id="{94C4A5B0-2EA2-6D65-65C7-8F9F855A1875}"/>
              </a:ext>
            </a:extLst>
          </p:cNvPr>
          <p:cNvSpPr/>
          <p:nvPr/>
        </p:nvSpPr>
        <p:spPr>
          <a:xfrm>
            <a:off x="1616913" y="4414968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나초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0" name="사각형: 둥근 모서리 4159">
            <a:extLst>
              <a:ext uri="{FF2B5EF4-FFF2-40B4-BE49-F238E27FC236}">
                <a16:creationId xmlns:a16="http://schemas.microsoft.com/office/drawing/2014/main" id="{71136687-531C-373A-15A0-F6026365F8CB}"/>
              </a:ext>
            </a:extLst>
          </p:cNvPr>
          <p:cNvSpPr/>
          <p:nvPr/>
        </p:nvSpPr>
        <p:spPr>
          <a:xfrm>
            <a:off x="2039445" y="4414968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치즈</a:t>
            </a:r>
          </a:p>
        </p:txBody>
      </p:sp>
      <p:sp>
        <p:nvSpPr>
          <p:cNvPr id="4161" name="사각형: 둥근 모서리 4160">
            <a:extLst>
              <a:ext uri="{FF2B5EF4-FFF2-40B4-BE49-F238E27FC236}">
                <a16:creationId xmlns:a16="http://schemas.microsoft.com/office/drawing/2014/main" id="{ACF733B5-D426-FFA2-143C-A695D57B25B5}"/>
              </a:ext>
            </a:extLst>
          </p:cNvPr>
          <p:cNvSpPr/>
          <p:nvPr/>
        </p:nvSpPr>
        <p:spPr>
          <a:xfrm>
            <a:off x="3113720" y="4680687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62" name="사각형: 둥근 모서리 4161">
            <a:extLst>
              <a:ext uri="{FF2B5EF4-FFF2-40B4-BE49-F238E27FC236}">
                <a16:creationId xmlns:a16="http://schemas.microsoft.com/office/drawing/2014/main" id="{4F657A9A-3DA7-4E56-DFB7-9D441C7EBF73}"/>
              </a:ext>
            </a:extLst>
          </p:cNvPr>
          <p:cNvSpPr/>
          <p:nvPr/>
        </p:nvSpPr>
        <p:spPr>
          <a:xfrm>
            <a:off x="4167451" y="4680687"/>
            <a:ext cx="740880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현미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백미</a:t>
            </a:r>
          </a:p>
        </p:txBody>
      </p:sp>
      <p:sp>
        <p:nvSpPr>
          <p:cNvPr id="4163" name="사각형: 둥근 모서리 4162">
            <a:extLst>
              <a:ext uri="{FF2B5EF4-FFF2-40B4-BE49-F238E27FC236}">
                <a16:creationId xmlns:a16="http://schemas.microsoft.com/office/drawing/2014/main" id="{66E0EED9-4084-F7FB-F9CE-C1EC43896AAB}"/>
              </a:ext>
            </a:extLst>
          </p:cNvPr>
          <p:cNvSpPr/>
          <p:nvPr/>
        </p:nvSpPr>
        <p:spPr>
          <a:xfrm>
            <a:off x="3112706" y="441496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64" name="사각형: 둥근 모서리 4163">
            <a:extLst>
              <a:ext uri="{FF2B5EF4-FFF2-40B4-BE49-F238E27FC236}">
                <a16:creationId xmlns:a16="http://schemas.microsoft.com/office/drawing/2014/main" id="{B5A0D690-CA91-3C09-CC2B-FD27CCE6E24B}"/>
              </a:ext>
            </a:extLst>
          </p:cNvPr>
          <p:cNvSpPr/>
          <p:nvPr/>
        </p:nvSpPr>
        <p:spPr>
          <a:xfrm>
            <a:off x="4166440" y="4414968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현미</a:t>
            </a:r>
          </a:p>
        </p:txBody>
      </p:sp>
      <p:sp>
        <p:nvSpPr>
          <p:cNvPr id="4168" name="사각형: 둥근 모서리 4167">
            <a:extLst>
              <a:ext uri="{FF2B5EF4-FFF2-40B4-BE49-F238E27FC236}">
                <a16:creationId xmlns:a16="http://schemas.microsoft.com/office/drawing/2014/main" id="{F1728BC0-8081-644E-A6BD-6B833C4D6FF4}"/>
              </a:ext>
            </a:extLst>
          </p:cNvPr>
          <p:cNvSpPr/>
          <p:nvPr/>
        </p:nvSpPr>
        <p:spPr>
          <a:xfrm>
            <a:off x="3072033" y="3105570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69" name="그림 4168">
            <a:extLst>
              <a:ext uri="{FF2B5EF4-FFF2-40B4-BE49-F238E27FC236}">
                <a16:creationId xmlns:a16="http://schemas.microsoft.com/office/drawing/2014/main" id="{6BB028F8-2930-C408-5985-98433653AFE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38224"/>
          <a:stretch/>
        </p:blipFill>
        <p:spPr>
          <a:xfrm>
            <a:off x="5632756" y="2851678"/>
            <a:ext cx="1566558" cy="986767"/>
          </a:xfrm>
          <a:prstGeom prst="rect">
            <a:avLst/>
          </a:prstGeom>
        </p:spPr>
      </p:pic>
      <p:sp>
        <p:nvSpPr>
          <p:cNvPr id="4170" name="사각형: 둥근 모서리 4169">
            <a:extLst>
              <a:ext uri="{FF2B5EF4-FFF2-40B4-BE49-F238E27FC236}">
                <a16:creationId xmlns:a16="http://schemas.microsoft.com/office/drawing/2014/main" id="{5F76ED02-0C8F-8577-55C0-54F748033961}"/>
              </a:ext>
            </a:extLst>
          </p:cNvPr>
          <p:cNvSpPr/>
          <p:nvPr/>
        </p:nvSpPr>
        <p:spPr>
          <a:xfrm>
            <a:off x="5614787" y="3105570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75%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71" name="TextBox 4170">
            <a:extLst>
              <a:ext uri="{FF2B5EF4-FFF2-40B4-BE49-F238E27FC236}">
                <a16:creationId xmlns:a16="http://schemas.microsoft.com/office/drawing/2014/main" id="{CDA1A0F6-B30E-2210-947B-672D8EFB9EC0}"/>
              </a:ext>
            </a:extLst>
          </p:cNvPr>
          <p:cNvSpPr txBox="1"/>
          <p:nvPr/>
        </p:nvSpPr>
        <p:spPr>
          <a:xfrm>
            <a:off x="5552654" y="3819906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숙취해소로 최고인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황태해장국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72" name="사각형: 둥근 모서리 4171">
            <a:extLst>
              <a:ext uri="{FF2B5EF4-FFF2-40B4-BE49-F238E27FC236}">
                <a16:creationId xmlns:a16="http://schemas.microsoft.com/office/drawing/2014/main" id="{26B6EC0B-61BB-5435-3471-A4CAB5108996}"/>
              </a:ext>
            </a:extLst>
          </p:cNvPr>
          <p:cNvSpPr/>
          <p:nvPr/>
        </p:nvSpPr>
        <p:spPr>
          <a:xfrm>
            <a:off x="6759716" y="408932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숙취해소</a:t>
            </a:r>
          </a:p>
        </p:txBody>
      </p:sp>
      <p:sp>
        <p:nvSpPr>
          <p:cNvPr id="4173" name="TextBox 4172">
            <a:extLst>
              <a:ext uri="{FF2B5EF4-FFF2-40B4-BE49-F238E27FC236}">
                <a16:creationId xmlns:a16="http://schemas.microsoft.com/office/drawing/2014/main" id="{38F2F69F-E7AF-C03C-F75A-27060329F400}"/>
              </a:ext>
            </a:extLst>
          </p:cNvPr>
          <p:cNvSpPr txBox="1"/>
          <p:nvPr/>
        </p:nvSpPr>
        <p:spPr>
          <a:xfrm>
            <a:off x="5594206" y="4069340"/>
            <a:ext cx="142222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좋아요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80 /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댓글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9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74" name="사각형: 둥근 모서리 4173">
            <a:extLst>
              <a:ext uri="{FF2B5EF4-FFF2-40B4-BE49-F238E27FC236}">
                <a16:creationId xmlns:a16="http://schemas.microsoft.com/office/drawing/2014/main" id="{C7CA1DC5-DB42-B0AE-8E53-F59CEA423107}"/>
              </a:ext>
            </a:extLst>
          </p:cNvPr>
          <p:cNvSpPr/>
          <p:nvPr/>
        </p:nvSpPr>
        <p:spPr>
          <a:xfrm>
            <a:off x="5713343" y="468678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2064" name="사각형: 둥근 모서리 2063">
            <a:extLst>
              <a:ext uri="{FF2B5EF4-FFF2-40B4-BE49-F238E27FC236}">
                <a16:creationId xmlns:a16="http://schemas.microsoft.com/office/drawing/2014/main" id="{8BE563A4-BA8B-6CCF-B5F1-C245EC7D393E}"/>
              </a:ext>
            </a:extLst>
          </p:cNvPr>
          <p:cNvSpPr/>
          <p:nvPr/>
        </p:nvSpPr>
        <p:spPr>
          <a:xfrm>
            <a:off x="5712329" y="442106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2065" name="사각형: 둥근 모서리 2064">
            <a:extLst>
              <a:ext uri="{FF2B5EF4-FFF2-40B4-BE49-F238E27FC236}">
                <a16:creationId xmlns:a16="http://schemas.microsoft.com/office/drawing/2014/main" id="{F0C1ABC9-E115-DEC3-6F69-F4E06ED82D98}"/>
              </a:ext>
            </a:extLst>
          </p:cNvPr>
          <p:cNvSpPr/>
          <p:nvPr/>
        </p:nvSpPr>
        <p:spPr>
          <a:xfrm>
            <a:off x="6766064" y="4421066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황태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068" name="직선 연결선 2067">
            <a:extLst>
              <a:ext uri="{FF2B5EF4-FFF2-40B4-BE49-F238E27FC236}">
                <a16:creationId xmlns:a16="http://schemas.microsoft.com/office/drawing/2014/main" id="{D435C47D-4842-141C-53A6-68CCFB86154C}"/>
              </a:ext>
            </a:extLst>
          </p:cNvPr>
          <p:cNvCxnSpPr>
            <a:cxnSpLocks/>
          </p:cNvCxnSpPr>
          <p:nvPr/>
        </p:nvCxnSpPr>
        <p:spPr>
          <a:xfrm>
            <a:off x="625147" y="2719484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1" name="그룹 2070">
            <a:extLst>
              <a:ext uri="{FF2B5EF4-FFF2-40B4-BE49-F238E27FC236}">
                <a16:creationId xmlns:a16="http://schemas.microsoft.com/office/drawing/2014/main" id="{9C2FEEC3-4AAA-6258-79A9-3D55E6FAC905}"/>
              </a:ext>
            </a:extLst>
          </p:cNvPr>
          <p:cNvGrpSpPr/>
          <p:nvPr/>
        </p:nvGrpSpPr>
        <p:grpSpPr>
          <a:xfrm>
            <a:off x="6644614" y="2475789"/>
            <a:ext cx="117978" cy="65609"/>
            <a:chOff x="4773621" y="1614488"/>
            <a:chExt cx="128101" cy="80962"/>
          </a:xfrm>
        </p:grpSpPr>
        <p:cxnSp>
          <p:nvCxnSpPr>
            <p:cNvPr id="2072" name="직선 연결선 2071">
              <a:extLst>
                <a:ext uri="{FF2B5EF4-FFF2-40B4-BE49-F238E27FC236}">
                  <a16:creationId xmlns:a16="http://schemas.microsoft.com/office/drawing/2014/main" id="{4AC3D9DF-F86E-7267-4C01-77BE99B40C95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14488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직선 연결선 2072">
              <a:extLst>
                <a:ext uri="{FF2B5EF4-FFF2-40B4-BE49-F238E27FC236}">
                  <a16:creationId xmlns:a16="http://schemas.microsoft.com/office/drawing/2014/main" id="{99FE984A-A91F-6B16-FED4-E0891076AC2A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56289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직선 연결선 2073">
              <a:extLst>
                <a:ext uri="{FF2B5EF4-FFF2-40B4-BE49-F238E27FC236}">
                  <a16:creationId xmlns:a16="http://schemas.microsoft.com/office/drawing/2014/main" id="{79A1CD83-6388-625F-A0DD-06C0EDE3C202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95450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5" name="TextBox 2074">
            <a:extLst>
              <a:ext uri="{FF2B5EF4-FFF2-40B4-BE49-F238E27FC236}">
                <a16:creationId xmlns:a16="http://schemas.microsoft.com/office/drawing/2014/main" id="{D00723C8-6E39-D2F3-B031-45D1C297DEFE}"/>
              </a:ext>
            </a:extLst>
          </p:cNvPr>
          <p:cNvSpPr txBox="1"/>
          <p:nvPr/>
        </p:nvSpPr>
        <p:spPr>
          <a:xfrm>
            <a:off x="482116" y="5338679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재료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076" name="직선 연결선 2075">
            <a:extLst>
              <a:ext uri="{FF2B5EF4-FFF2-40B4-BE49-F238E27FC236}">
                <a16:creationId xmlns:a16="http://schemas.microsoft.com/office/drawing/2014/main" id="{61AFEC53-E958-99E3-868C-1A2310684933}"/>
              </a:ext>
            </a:extLst>
          </p:cNvPr>
          <p:cNvCxnSpPr>
            <a:cxnSpLocks/>
          </p:cNvCxnSpPr>
          <p:nvPr/>
        </p:nvCxnSpPr>
        <p:spPr>
          <a:xfrm>
            <a:off x="625147" y="5648848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7" name="Picture 4" descr="뿌리부터 껍질까지 버릴 것 없는 영양만점 '두릅' [헬스키친] &lt; 현장탐방 &lt; 기획리포트 &lt; 기사본문 - 매경헬스">
            <a:extLst>
              <a:ext uri="{FF2B5EF4-FFF2-40B4-BE49-F238E27FC236}">
                <a16:creationId xmlns:a16="http://schemas.microsoft.com/office/drawing/2014/main" id="{3A3BFC2D-38A6-2027-BA5A-4CDCABB68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0" b="14560"/>
          <a:stretch/>
        </p:blipFill>
        <p:spPr bwMode="auto">
          <a:xfrm>
            <a:off x="554674" y="5761384"/>
            <a:ext cx="2155909" cy="99517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8" name="TextBox 2077">
            <a:extLst>
              <a:ext uri="{FF2B5EF4-FFF2-40B4-BE49-F238E27FC236}">
                <a16:creationId xmlns:a16="http://schemas.microsoft.com/office/drawing/2014/main" id="{357C5638-623D-C07C-918F-E34C8A1914AC}"/>
              </a:ext>
            </a:extLst>
          </p:cNvPr>
          <p:cNvSpPr txBox="1"/>
          <p:nvPr/>
        </p:nvSpPr>
        <p:spPr>
          <a:xfrm>
            <a:off x="476225" y="6780282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2079" name="TextBox 2078">
            <a:extLst>
              <a:ext uri="{FF2B5EF4-FFF2-40B4-BE49-F238E27FC236}">
                <a16:creationId xmlns:a16="http://schemas.microsoft.com/office/drawing/2014/main" id="{C40D0DE0-22D4-DCAF-B28B-FC03D9E6799E}"/>
              </a:ext>
            </a:extLst>
          </p:cNvPr>
          <p:cNvSpPr txBox="1"/>
          <p:nvPr/>
        </p:nvSpPr>
        <p:spPr>
          <a:xfrm>
            <a:off x="482117" y="6978978"/>
            <a:ext cx="2193896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200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게시글량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pic>
        <p:nvPicPr>
          <p:cNvPr id="2085" name="Picture 6" descr="간단한 밑반찬 머위나물 무침">
            <a:extLst>
              <a:ext uri="{FF2B5EF4-FFF2-40B4-BE49-F238E27FC236}">
                <a16:creationId xmlns:a16="http://schemas.microsoft.com/office/drawing/2014/main" id="{566078F9-0875-8400-BCE3-E45B4F03A1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1" r="6283" b="37665"/>
          <a:stretch/>
        </p:blipFill>
        <p:spPr bwMode="auto">
          <a:xfrm>
            <a:off x="2838526" y="5766800"/>
            <a:ext cx="2147404" cy="98324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6" name="TextBox 2085">
            <a:extLst>
              <a:ext uri="{FF2B5EF4-FFF2-40B4-BE49-F238E27FC236}">
                <a16:creationId xmlns:a16="http://schemas.microsoft.com/office/drawing/2014/main" id="{CB97604F-E69E-AEFE-76C4-99D8B6173026}"/>
              </a:ext>
            </a:extLst>
          </p:cNvPr>
          <p:cNvSpPr txBox="1"/>
          <p:nvPr/>
        </p:nvSpPr>
        <p:spPr>
          <a:xfrm>
            <a:off x="2797896" y="6780282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머위나물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87" name="TextBox 2086">
            <a:extLst>
              <a:ext uri="{FF2B5EF4-FFF2-40B4-BE49-F238E27FC236}">
                <a16:creationId xmlns:a16="http://schemas.microsoft.com/office/drawing/2014/main" id="{1FDCE32A-B3A9-5B40-2B1F-1D6D5F46B9DC}"/>
              </a:ext>
            </a:extLst>
          </p:cNvPr>
          <p:cNvSpPr txBox="1"/>
          <p:nvPr/>
        </p:nvSpPr>
        <p:spPr>
          <a:xfrm>
            <a:off x="2803788" y="6978978"/>
            <a:ext cx="211339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150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게시글량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16%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pic>
        <p:nvPicPr>
          <p:cNvPr id="2088" name="그림 2087">
            <a:extLst>
              <a:ext uri="{FF2B5EF4-FFF2-40B4-BE49-F238E27FC236}">
                <a16:creationId xmlns:a16="http://schemas.microsoft.com/office/drawing/2014/main" id="{CD09363A-D4C2-E9E4-F535-7BF5339E491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r="5725"/>
          <a:stretch/>
        </p:blipFill>
        <p:spPr>
          <a:xfrm>
            <a:off x="5092399" y="5763066"/>
            <a:ext cx="2106917" cy="990711"/>
          </a:xfrm>
          <a:prstGeom prst="rect">
            <a:avLst/>
          </a:prstGeom>
        </p:spPr>
      </p:pic>
      <p:sp>
        <p:nvSpPr>
          <p:cNvPr id="2089" name="TextBox 2088">
            <a:extLst>
              <a:ext uri="{FF2B5EF4-FFF2-40B4-BE49-F238E27FC236}">
                <a16:creationId xmlns:a16="http://schemas.microsoft.com/office/drawing/2014/main" id="{FDB03F62-C7FA-F3AE-6FB3-9B95F83F90D6}"/>
              </a:ext>
            </a:extLst>
          </p:cNvPr>
          <p:cNvSpPr txBox="1"/>
          <p:nvPr/>
        </p:nvSpPr>
        <p:spPr>
          <a:xfrm>
            <a:off x="4984924" y="6789674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도다리</a:t>
            </a: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C22C8636-033C-1FBE-B226-D3CAE6DF9EF9}"/>
              </a:ext>
            </a:extLst>
          </p:cNvPr>
          <p:cNvSpPr txBox="1"/>
          <p:nvPr/>
        </p:nvSpPr>
        <p:spPr>
          <a:xfrm>
            <a:off x="4990816" y="6988371"/>
            <a:ext cx="211339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44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sp>
        <p:nvSpPr>
          <p:cNvPr id="2098" name="TextBox 2097">
            <a:extLst>
              <a:ext uri="{FF2B5EF4-FFF2-40B4-BE49-F238E27FC236}">
                <a16:creationId xmlns:a16="http://schemas.microsoft.com/office/drawing/2014/main" id="{AD424DD7-D8F6-67BE-A43F-53829BC42C89}"/>
              </a:ext>
            </a:extLst>
          </p:cNvPr>
          <p:cNvSpPr txBox="1"/>
          <p:nvPr/>
        </p:nvSpPr>
        <p:spPr>
          <a:xfrm>
            <a:off x="494006" y="11306377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특정 재료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키워드 기반으로 인기 레시피 찾아보기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099" name="직선 연결선 2098">
            <a:extLst>
              <a:ext uri="{FF2B5EF4-FFF2-40B4-BE49-F238E27FC236}">
                <a16:creationId xmlns:a16="http://schemas.microsoft.com/office/drawing/2014/main" id="{CA72FDE3-D01C-FFB5-0B84-FE284FBC9EC3}"/>
              </a:ext>
            </a:extLst>
          </p:cNvPr>
          <p:cNvCxnSpPr>
            <a:cxnSpLocks/>
          </p:cNvCxnSpPr>
          <p:nvPr/>
        </p:nvCxnSpPr>
        <p:spPr>
          <a:xfrm>
            <a:off x="637038" y="11616545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0" name="사각형: 둥근 모서리 2099">
            <a:extLst>
              <a:ext uri="{FF2B5EF4-FFF2-40B4-BE49-F238E27FC236}">
                <a16:creationId xmlns:a16="http://schemas.microsoft.com/office/drawing/2014/main" id="{3A699059-1B65-27A0-59FC-DD145D8B0EDA}"/>
              </a:ext>
            </a:extLst>
          </p:cNvPr>
          <p:cNvSpPr/>
          <p:nvPr/>
        </p:nvSpPr>
        <p:spPr>
          <a:xfrm>
            <a:off x="612201" y="11733733"/>
            <a:ext cx="4713603" cy="310174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2101" name="TextBox 2100">
            <a:extLst>
              <a:ext uri="{FF2B5EF4-FFF2-40B4-BE49-F238E27FC236}">
                <a16:creationId xmlns:a16="http://schemas.microsoft.com/office/drawing/2014/main" id="{8BFDC74B-0990-9D26-A9AE-1C6793DC5D39}"/>
              </a:ext>
            </a:extLst>
          </p:cNvPr>
          <p:cNvSpPr txBox="1"/>
          <p:nvPr/>
        </p:nvSpPr>
        <p:spPr>
          <a:xfrm>
            <a:off x="638144" y="11744365"/>
            <a:ext cx="3738548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관심있는 재료나 키워드를 입력하세요</a:t>
            </a:r>
          </a:p>
        </p:txBody>
      </p:sp>
      <p:sp>
        <p:nvSpPr>
          <p:cNvPr id="2102" name="TextBox 2101">
            <a:extLst>
              <a:ext uri="{FF2B5EF4-FFF2-40B4-BE49-F238E27FC236}">
                <a16:creationId xmlns:a16="http://schemas.microsoft.com/office/drawing/2014/main" id="{01DAC8C3-91F1-B0BB-30BC-E9D9DBB44814}"/>
              </a:ext>
            </a:extLst>
          </p:cNvPr>
          <p:cNvSpPr txBox="1"/>
          <p:nvPr/>
        </p:nvSpPr>
        <p:spPr>
          <a:xfrm>
            <a:off x="490620" y="7881298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테마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103" name="직선 연결선 2102">
            <a:extLst>
              <a:ext uri="{FF2B5EF4-FFF2-40B4-BE49-F238E27FC236}">
                <a16:creationId xmlns:a16="http://schemas.microsoft.com/office/drawing/2014/main" id="{6825B305-3FF7-E61B-7DEE-F1690F160300}"/>
              </a:ext>
            </a:extLst>
          </p:cNvPr>
          <p:cNvCxnSpPr>
            <a:cxnSpLocks/>
          </p:cNvCxnSpPr>
          <p:nvPr/>
        </p:nvCxnSpPr>
        <p:spPr>
          <a:xfrm>
            <a:off x="633652" y="8191467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4" name="TextBox 2103">
            <a:extLst>
              <a:ext uri="{FF2B5EF4-FFF2-40B4-BE49-F238E27FC236}">
                <a16:creationId xmlns:a16="http://schemas.microsoft.com/office/drawing/2014/main" id="{889C798D-73AD-4F8E-7C5D-9D096BD19516}"/>
              </a:ext>
            </a:extLst>
          </p:cNvPr>
          <p:cNvSpPr txBox="1"/>
          <p:nvPr/>
        </p:nvSpPr>
        <p:spPr>
          <a:xfrm>
            <a:off x="484731" y="9322902"/>
            <a:ext cx="2116622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저속노화</a:t>
            </a:r>
          </a:p>
        </p:txBody>
      </p:sp>
      <p:sp>
        <p:nvSpPr>
          <p:cNvPr id="2105" name="TextBox 2104">
            <a:extLst>
              <a:ext uri="{FF2B5EF4-FFF2-40B4-BE49-F238E27FC236}">
                <a16:creationId xmlns:a16="http://schemas.microsoft.com/office/drawing/2014/main" id="{D912FC57-8908-53E1-9D35-F7189A476B44}"/>
              </a:ext>
            </a:extLst>
          </p:cNvPr>
          <p:cNvSpPr txBox="1"/>
          <p:nvPr/>
        </p:nvSpPr>
        <p:spPr>
          <a:xfrm>
            <a:off x="490621" y="9521598"/>
            <a:ext cx="183366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403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게시글량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21%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sp>
        <p:nvSpPr>
          <p:cNvPr id="2106" name="TextBox 2105">
            <a:extLst>
              <a:ext uri="{FF2B5EF4-FFF2-40B4-BE49-F238E27FC236}">
                <a16:creationId xmlns:a16="http://schemas.microsoft.com/office/drawing/2014/main" id="{BF2BCED0-85D1-3D9F-A87E-6742EA13DF2F}"/>
              </a:ext>
            </a:extLst>
          </p:cNvPr>
          <p:cNvSpPr txBox="1"/>
          <p:nvPr/>
        </p:nvSpPr>
        <p:spPr>
          <a:xfrm>
            <a:off x="2806402" y="9322902"/>
            <a:ext cx="195545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어버이날</a:t>
            </a:r>
          </a:p>
        </p:txBody>
      </p:sp>
      <p:sp>
        <p:nvSpPr>
          <p:cNvPr id="2107" name="TextBox 2106">
            <a:extLst>
              <a:ext uri="{FF2B5EF4-FFF2-40B4-BE49-F238E27FC236}">
                <a16:creationId xmlns:a16="http://schemas.microsoft.com/office/drawing/2014/main" id="{002224A7-213C-C2D9-9DB4-89475AE904B3}"/>
              </a:ext>
            </a:extLst>
          </p:cNvPr>
          <p:cNvSpPr txBox="1"/>
          <p:nvPr/>
        </p:nvSpPr>
        <p:spPr>
          <a:xfrm>
            <a:off x="2812292" y="9521598"/>
            <a:ext cx="183366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205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게시글량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sp>
        <p:nvSpPr>
          <p:cNvPr id="2108" name="TextBox 2107">
            <a:extLst>
              <a:ext uri="{FF2B5EF4-FFF2-40B4-BE49-F238E27FC236}">
                <a16:creationId xmlns:a16="http://schemas.microsoft.com/office/drawing/2014/main" id="{B9C9A0AE-EF6C-21B2-9331-642DCB3547D2}"/>
              </a:ext>
            </a:extLst>
          </p:cNvPr>
          <p:cNvSpPr txBox="1"/>
          <p:nvPr/>
        </p:nvSpPr>
        <p:spPr>
          <a:xfrm>
            <a:off x="4993428" y="9332294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기관지</a:t>
            </a:r>
          </a:p>
        </p:txBody>
      </p:sp>
      <p:sp>
        <p:nvSpPr>
          <p:cNvPr id="2109" name="TextBox 2108">
            <a:extLst>
              <a:ext uri="{FF2B5EF4-FFF2-40B4-BE49-F238E27FC236}">
                <a16:creationId xmlns:a16="http://schemas.microsoft.com/office/drawing/2014/main" id="{66D3AF61-D273-5D4D-A182-6A42E0BF955F}"/>
              </a:ext>
            </a:extLst>
          </p:cNvPr>
          <p:cNvSpPr txBox="1"/>
          <p:nvPr/>
        </p:nvSpPr>
        <p:spPr>
          <a:xfrm>
            <a:off x="4999319" y="9530991"/>
            <a:ext cx="183366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654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pic>
        <p:nvPicPr>
          <p:cNvPr id="3077" name="Picture 10" descr="저속 노화 식단을 아시나요? 느리게 나이들 수 있는 비결 | KB의 생각">
            <a:extLst>
              <a:ext uri="{FF2B5EF4-FFF2-40B4-BE49-F238E27FC236}">
                <a16:creationId xmlns:a16="http://schemas.microsoft.com/office/drawing/2014/main" id="{1BECCD2C-9B53-A414-BF56-2592CCAD18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1" b="19099"/>
          <a:stretch/>
        </p:blipFill>
        <p:spPr bwMode="auto">
          <a:xfrm>
            <a:off x="558670" y="8275278"/>
            <a:ext cx="2166102" cy="104608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12" descr="어버이날 특별한요리/미나리강회">
            <a:extLst>
              <a:ext uri="{FF2B5EF4-FFF2-40B4-BE49-F238E27FC236}">
                <a16:creationId xmlns:a16="http://schemas.microsoft.com/office/drawing/2014/main" id="{B7F44939-D51F-2761-6A8F-58402CC85D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5" t="16851" r="4004" b="23671"/>
          <a:stretch/>
        </p:blipFill>
        <p:spPr bwMode="auto">
          <a:xfrm>
            <a:off x="2842149" y="8273353"/>
            <a:ext cx="2142777" cy="10162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그림 3078">
            <a:extLst>
              <a:ext uri="{FF2B5EF4-FFF2-40B4-BE49-F238E27FC236}">
                <a16:creationId xmlns:a16="http://schemas.microsoft.com/office/drawing/2014/main" id="{2A9A152B-87B7-87D9-5C50-3E242A35E997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7003"/>
          <a:stretch/>
        </p:blipFill>
        <p:spPr>
          <a:xfrm>
            <a:off x="5092399" y="8287552"/>
            <a:ext cx="2106917" cy="1006071"/>
          </a:xfrm>
          <a:prstGeom prst="rect">
            <a:avLst/>
          </a:prstGeom>
        </p:spPr>
      </p:pic>
      <p:sp>
        <p:nvSpPr>
          <p:cNvPr id="3080" name="타원 3079">
            <a:extLst>
              <a:ext uri="{FF2B5EF4-FFF2-40B4-BE49-F238E27FC236}">
                <a16:creationId xmlns:a16="http://schemas.microsoft.com/office/drawing/2014/main" id="{52E603D9-9439-7F3F-565B-66A748685673}"/>
              </a:ext>
            </a:extLst>
          </p:cNvPr>
          <p:cNvSpPr/>
          <p:nvPr/>
        </p:nvSpPr>
        <p:spPr>
          <a:xfrm>
            <a:off x="1852814" y="3540585"/>
            <a:ext cx="289997" cy="289997"/>
          </a:xfrm>
          <a:prstGeom prst="ellipse">
            <a:avLst/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pic>
        <p:nvPicPr>
          <p:cNvPr id="3081" name="그림 3080">
            <a:extLst>
              <a:ext uri="{FF2B5EF4-FFF2-40B4-BE49-F238E27FC236}">
                <a16:creationId xmlns:a16="http://schemas.microsoft.com/office/drawing/2014/main" id="{C55502D3-391F-4964-273E-46830B387F81}"/>
              </a:ext>
            </a:extLst>
          </p:cNvPr>
          <p:cNvPicPr>
            <a:picLocks noChangeAspect="1"/>
          </p:cNvPicPr>
          <p:nvPr/>
        </p:nvPicPr>
        <p:blipFill>
          <a:blip r:embed="rId19">
            <a:lum bright="70000" contrast="-70000"/>
          </a:blip>
          <a:stretch>
            <a:fillRect/>
          </a:stretch>
        </p:blipFill>
        <p:spPr>
          <a:xfrm>
            <a:off x="1903669" y="3630918"/>
            <a:ext cx="188287" cy="136037"/>
          </a:xfrm>
          <a:prstGeom prst="rect">
            <a:avLst/>
          </a:prstGeom>
        </p:spPr>
      </p:pic>
      <p:grpSp>
        <p:nvGrpSpPr>
          <p:cNvPr id="3082" name="그룹 3081">
            <a:extLst>
              <a:ext uri="{FF2B5EF4-FFF2-40B4-BE49-F238E27FC236}">
                <a16:creationId xmlns:a16="http://schemas.microsoft.com/office/drawing/2014/main" id="{107F16DB-0C2A-56AC-C7BB-8CFD004AEFC8}"/>
              </a:ext>
            </a:extLst>
          </p:cNvPr>
          <p:cNvGrpSpPr/>
          <p:nvPr/>
        </p:nvGrpSpPr>
        <p:grpSpPr>
          <a:xfrm>
            <a:off x="4410001" y="3562325"/>
            <a:ext cx="242037" cy="249666"/>
            <a:chOff x="3474331" y="2985865"/>
            <a:chExt cx="230207" cy="230207"/>
          </a:xfrm>
        </p:grpSpPr>
        <p:sp>
          <p:nvSpPr>
            <p:cNvPr id="3083" name="타원 3082">
              <a:extLst>
                <a:ext uri="{FF2B5EF4-FFF2-40B4-BE49-F238E27FC236}">
                  <a16:creationId xmlns:a16="http://schemas.microsoft.com/office/drawing/2014/main" id="{38B87CE6-83CA-AA8D-FAB0-84CA80CA75BC}"/>
                </a:ext>
              </a:extLst>
            </p:cNvPr>
            <p:cNvSpPr/>
            <p:nvPr/>
          </p:nvSpPr>
          <p:spPr>
            <a:xfrm>
              <a:off x="3474331" y="2985865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3084" name="그림 3083">
              <a:extLst>
                <a:ext uri="{FF2B5EF4-FFF2-40B4-BE49-F238E27FC236}">
                  <a16:creationId xmlns:a16="http://schemas.microsoft.com/office/drawing/2014/main" id="{DDB2524E-FC91-7964-0C8D-F7CBD8876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lum bright="70000" contrast="-70000"/>
            </a:blip>
            <a:stretch>
              <a:fillRect/>
            </a:stretch>
          </p:blipFill>
          <p:spPr>
            <a:xfrm>
              <a:off x="3514701" y="3057575"/>
              <a:ext cx="149467" cy="107990"/>
            </a:xfrm>
            <a:prstGeom prst="rect">
              <a:avLst/>
            </a:prstGeom>
          </p:spPr>
        </p:pic>
      </p:grpSp>
      <p:sp>
        <p:nvSpPr>
          <p:cNvPr id="3085" name="TextBox 3084">
            <a:extLst>
              <a:ext uri="{FF2B5EF4-FFF2-40B4-BE49-F238E27FC236}">
                <a16:creationId xmlns:a16="http://schemas.microsoft.com/office/drawing/2014/main" id="{A69A60D0-C17B-F57C-8AF7-F5C0D14F0011}"/>
              </a:ext>
            </a:extLst>
          </p:cNvPr>
          <p:cNvSpPr txBox="1"/>
          <p:nvPr/>
        </p:nvSpPr>
        <p:spPr>
          <a:xfrm>
            <a:off x="-872761" y="2222797"/>
            <a:ext cx="299879" cy="492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ⓑ</a:t>
            </a:r>
          </a:p>
        </p:txBody>
      </p:sp>
      <p:sp>
        <p:nvSpPr>
          <p:cNvPr id="3086" name="TextBox 3085">
            <a:extLst>
              <a:ext uri="{FF2B5EF4-FFF2-40B4-BE49-F238E27FC236}">
                <a16:creationId xmlns:a16="http://schemas.microsoft.com/office/drawing/2014/main" id="{26EE7260-5BCF-F660-F3C0-4B2889ACAA8A}"/>
              </a:ext>
            </a:extLst>
          </p:cNvPr>
          <p:cNvSpPr txBox="1"/>
          <p:nvPr/>
        </p:nvSpPr>
        <p:spPr>
          <a:xfrm>
            <a:off x="-872761" y="5120513"/>
            <a:ext cx="299879" cy="492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Ⓒ</a:t>
            </a:r>
          </a:p>
        </p:txBody>
      </p:sp>
      <p:sp>
        <p:nvSpPr>
          <p:cNvPr id="3087" name="TextBox 3086">
            <a:extLst>
              <a:ext uri="{FF2B5EF4-FFF2-40B4-BE49-F238E27FC236}">
                <a16:creationId xmlns:a16="http://schemas.microsoft.com/office/drawing/2014/main" id="{99293AFB-B307-F01A-0931-E4CEB57B8B9B}"/>
              </a:ext>
            </a:extLst>
          </p:cNvPr>
          <p:cNvSpPr txBox="1"/>
          <p:nvPr/>
        </p:nvSpPr>
        <p:spPr>
          <a:xfrm>
            <a:off x="-872761" y="7721815"/>
            <a:ext cx="299879" cy="492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ⓓ</a:t>
            </a:r>
          </a:p>
        </p:txBody>
      </p:sp>
      <p:sp>
        <p:nvSpPr>
          <p:cNvPr id="3088" name="TextBox 3087">
            <a:extLst>
              <a:ext uri="{FF2B5EF4-FFF2-40B4-BE49-F238E27FC236}">
                <a16:creationId xmlns:a16="http://schemas.microsoft.com/office/drawing/2014/main" id="{C98098A3-638E-5B52-8511-212594E17D22}"/>
              </a:ext>
            </a:extLst>
          </p:cNvPr>
          <p:cNvSpPr txBox="1"/>
          <p:nvPr/>
        </p:nvSpPr>
        <p:spPr>
          <a:xfrm>
            <a:off x="-872761" y="11124102"/>
            <a:ext cx="299879" cy="492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ⓔ</a:t>
            </a:r>
          </a:p>
        </p:txBody>
      </p:sp>
      <p:sp>
        <p:nvSpPr>
          <p:cNvPr id="3089" name="사각형: 둥근 모서리 3088">
            <a:extLst>
              <a:ext uri="{FF2B5EF4-FFF2-40B4-BE49-F238E27FC236}">
                <a16:creationId xmlns:a16="http://schemas.microsoft.com/office/drawing/2014/main" id="{9D52A878-D381-1900-E208-74C20C23A3CD}"/>
              </a:ext>
            </a:extLst>
          </p:cNvPr>
          <p:cNvSpPr/>
          <p:nvPr/>
        </p:nvSpPr>
        <p:spPr>
          <a:xfrm>
            <a:off x="5478124" y="2405744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기간선택 ∨</a:t>
            </a:r>
          </a:p>
        </p:txBody>
      </p:sp>
      <p:grpSp>
        <p:nvGrpSpPr>
          <p:cNvPr id="3103" name="그룹 3102">
            <a:extLst>
              <a:ext uri="{FF2B5EF4-FFF2-40B4-BE49-F238E27FC236}">
                <a16:creationId xmlns:a16="http://schemas.microsoft.com/office/drawing/2014/main" id="{E9AE6429-B018-7B93-8079-2CD8667B92AF}"/>
              </a:ext>
            </a:extLst>
          </p:cNvPr>
          <p:cNvGrpSpPr/>
          <p:nvPr/>
        </p:nvGrpSpPr>
        <p:grpSpPr>
          <a:xfrm>
            <a:off x="6241841" y="2407186"/>
            <a:ext cx="695316" cy="204074"/>
            <a:chOff x="5990182" y="1947858"/>
            <a:chExt cx="695316" cy="204074"/>
          </a:xfrm>
        </p:grpSpPr>
        <p:sp>
          <p:nvSpPr>
            <p:cNvPr id="3104" name="사각형: 둥근 모서리 3103">
              <a:extLst>
                <a:ext uri="{FF2B5EF4-FFF2-40B4-BE49-F238E27FC236}">
                  <a16:creationId xmlns:a16="http://schemas.microsoft.com/office/drawing/2014/main" id="{954EB37C-8DD2-B411-633A-8CC427113C1D}"/>
                </a:ext>
              </a:extLst>
            </p:cNvPr>
            <p:cNvSpPr/>
            <p:nvPr/>
          </p:nvSpPr>
          <p:spPr>
            <a:xfrm>
              <a:off x="5990182" y="1947858"/>
              <a:ext cx="695316" cy="20407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     필터</a:t>
              </a:r>
            </a:p>
          </p:txBody>
        </p:sp>
        <p:pic>
          <p:nvPicPr>
            <p:cNvPr id="3105" name="Picture 2" descr="필터 - 무료 편집 도구개 아이콘">
              <a:extLst>
                <a:ext uri="{FF2B5EF4-FFF2-40B4-BE49-F238E27FC236}">
                  <a16:creationId xmlns:a16="http://schemas.microsoft.com/office/drawing/2014/main" id="{0923444F-5517-CF61-2874-91F16E9DBB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3499" y="2005632"/>
              <a:ext cx="90829" cy="97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06" name="그룹 3105">
            <a:extLst>
              <a:ext uri="{FF2B5EF4-FFF2-40B4-BE49-F238E27FC236}">
                <a16:creationId xmlns:a16="http://schemas.microsoft.com/office/drawing/2014/main" id="{F1638804-E17B-361E-6270-42C1889455E3}"/>
              </a:ext>
            </a:extLst>
          </p:cNvPr>
          <p:cNvGrpSpPr/>
          <p:nvPr/>
        </p:nvGrpSpPr>
        <p:grpSpPr>
          <a:xfrm>
            <a:off x="6644614" y="5428854"/>
            <a:ext cx="117978" cy="65609"/>
            <a:chOff x="4773621" y="1614488"/>
            <a:chExt cx="128101" cy="80962"/>
          </a:xfrm>
        </p:grpSpPr>
        <p:cxnSp>
          <p:nvCxnSpPr>
            <p:cNvPr id="3107" name="직선 연결선 3106">
              <a:extLst>
                <a:ext uri="{FF2B5EF4-FFF2-40B4-BE49-F238E27FC236}">
                  <a16:creationId xmlns:a16="http://schemas.microsoft.com/office/drawing/2014/main" id="{70676746-122D-AC82-E715-D5D475A5FC22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14488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8" name="직선 연결선 3107">
              <a:extLst>
                <a:ext uri="{FF2B5EF4-FFF2-40B4-BE49-F238E27FC236}">
                  <a16:creationId xmlns:a16="http://schemas.microsoft.com/office/drawing/2014/main" id="{78F59DBD-F273-0752-C65F-2CA3F993E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56289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9" name="직선 연결선 3108">
              <a:extLst>
                <a:ext uri="{FF2B5EF4-FFF2-40B4-BE49-F238E27FC236}">
                  <a16:creationId xmlns:a16="http://schemas.microsoft.com/office/drawing/2014/main" id="{781C50D4-195E-D4D3-6768-AA2DEC6A9983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95450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10" name="사각형: 둥근 모서리 3109">
            <a:extLst>
              <a:ext uri="{FF2B5EF4-FFF2-40B4-BE49-F238E27FC236}">
                <a16:creationId xmlns:a16="http://schemas.microsoft.com/office/drawing/2014/main" id="{827A7A8D-F806-3188-57C8-1EB7EDCB500D}"/>
              </a:ext>
            </a:extLst>
          </p:cNvPr>
          <p:cNvSpPr/>
          <p:nvPr/>
        </p:nvSpPr>
        <p:spPr>
          <a:xfrm>
            <a:off x="5478124" y="5358809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기간선택 ∨</a:t>
            </a:r>
          </a:p>
        </p:txBody>
      </p:sp>
      <p:grpSp>
        <p:nvGrpSpPr>
          <p:cNvPr id="3111" name="그룹 3110">
            <a:extLst>
              <a:ext uri="{FF2B5EF4-FFF2-40B4-BE49-F238E27FC236}">
                <a16:creationId xmlns:a16="http://schemas.microsoft.com/office/drawing/2014/main" id="{605A3441-44C1-1CCD-F317-2D3334E95F22}"/>
              </a:ext>
            </a:extLst>
          </p:cNvPr>
          <p:cNvGrpSpPr/>
          <p:nvPr/>
        </p:nvGrpSpPr>
        <p:grpSpPr>
          <a:xfrm>
            <a:off x="6241841" y="5360251"/>
            <a:ext cx="695316" cy="204074"/>
            <a:chOff x="5990182" y="1947858"/>
            <a:chExt cx="695316" cy="204074"/>
          </a:xfrm>
        </p:grpSpPr>
        <p:sp>
          <p:nvSpPr>
            <p:cNvPr id="3112" name="사각형: 둥근 모서리 3111">
              <a:extLst>
                <a:ext uri="{FF2B5EF4-FFF2-40B4-BE49-F238E27FC236}">
                  <a16:creationId xmlns:a16="http://schemas.microsoft.com/office/drawing/2014/main" id="{95BB8919-6355-84D2-90D1-B3A11FAD9420}"/>
                </a:ext>
              </a:extLst>
            </p:cNvPr>
            <p:cNvSpPr/>
            <p:nvPr/>
          </p:nvSpPr>
          <p:spPr>
            <a:xfrm>
              <a:off x="5990182" y="1947858"/>
              <a:ext cx="695316" cy="20407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     필터</a:t>
              </a:r>
            </a:p>
          </p:txBody>
        </p:sp>
        <p:pic>
          <p:nvPicPr>
            <p:cNvPr id="3113" name="Picture 2" descr="필터 - 무료 편집 도구개 아이콘">
              <a:extLst>
                <a:ext uri="{FF2B5EF4-FFF2-40B4-BE49-F238E27FC236}">
                  <a16:creationId xmlns:a16="http://schemas.microsoft.com/office/drawing/2014/main" id="{B349907D-11B0-CAFF-B1E3-0872C9265B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3499" y="2005632"/>
              <a:ext cx="90829" cy="97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14" name="그룹 3113">
            <a:extLst>
              <a:ext uri="{FF2B5EF4-FFF2-40B4-BE49-F238E27FC236}">
                <a16:creationId xmlns:a16="http://schemas.microsoft.com/office/drawing/2014/main" id="{09D3F040-5617-BB9F-38ED-A3C824FDC870}"/>
              </a:ext>
            </a:extLst>
          </p:cNvPr>
          <p:cNvGrpSpPr/>
          <p:nvPr/>
        </p:nvGrpSpPr>
        <p:grpSpPr>
          <a:xfrm>
            <a:off x="6633558" y="7947629"/>
            <a:ext cx="117978" cy="65609"/>
            <a:chOff x="4773621" y="1614488"/>
            <a:chExt cx="128101" cy="80962"/>
          </a:xfrm>
        </p:grpSpPr>
        <p:cxnSp>
          <p:nvCxnSpPr>
            <p:cNvPr id="3115" name="직선 연결선 3114">
              <a:extLst>
                <a:ext uri="{FF2B5EF4-FFF2-40B4-BE49-F238E27FC236}">
                  <a16:creationId xmlns:a16="http://schemas.microsoft.com/office/drawing/2014/main" id="{6937830A-C371-E6BE-B3EE-5A60F36A1B6A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14488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6" name="직선 연결선 3115">
              <a:extLst>
                <a:ext uri="{FF2B5EF4-FFF2-40B4-BE49-F238E27FC236}">
                  <a16:creationId xmlns:a16="http://schemas.microsoft.com/office/drawing/2014/main" id="{CEEC6877-9AE2-926C-B1CB-82C207B9ABDF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56289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7" name="직선 연결선 3116">
              <a:extLst>
                <a:ext uri="{FF2B5EF4-FFF2-40B4-BE49-F238E27FC236}">
                  <a16:creationId xmlns:a16="http://schemas.microsoft.com/office/drawing/2014/main" id="{89BFB92A-4459-E261-DCEF-371D91451B65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95450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18" name="사각형: 둥근 모서리 3117">
            <a:extLst>
              <a:ext uri="{FF2B5EF4-FFF2-40B4-BE49-F238E27FC236}">
                <a16:creationId xmlns:a16="http://schemas.microsoft.com/office/drawing/2014/main" id="{46AFF278-A4DB-B112-A103-94FBBFE78E08}"/>
              </a:ext>
            </a:extLst>
          </p:cNvPr>
          <p:cNvSpPr/>
          <p:nvPr/>
        </p:nvSpPr>
        <p:spPr>
          <a:xfrm>
            <a:off x="5467068" y="7877584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기간선택 ∨</a:t>
            </a:r>
          </a:p>
        </p:txBody>
      </p:sp>
      <p:grpSp>
        <p:nvGrpSpPr>
          <p:cNvPr id="3119" name="그룹 3118">
            <a:extLst>
              <a:ext uri="{FF2B5EF4-FFF2-40B4-BE49-F238E27FC236}">
                <a16:creationId xmlns:a16="http://schemas.microsoft.com/office/drawing/2014/main" id="{4B9F5713-FB12-C030-CC08-45B8F1E9FB66}"/>
              </a:ext>
            </a:extLst>
          </p:cNvPr>
          <p:cNvGrpSpPr/>
          <p:nvPr/>
        </p:nvGrpSpPr>
        <p:grpSpPr>
          <a:xfrm>
            <a:off x="6230785" y="7879026"/>
            <a:ext cx="695316" cy="204074"/>
            <a:chOff x="5990182" y="1947858"/>
            <a:chExt cx="695316" cy="204074"/>
          </a:xfrm>
        </p:grpSpPr>
        <p:sp>
          <p:nvSpPr>
            <p:cNvPr id="3120" name="사각형: 둥근 모서리 3119">
              <a:extLst>
                <a:ext uri="{FF2B5EF4-FFF2-40B4-BE49-F238E27FC236}">
                  <a16:creationId xmlns:a16="http://schemas.microsoft.com/office/drawing/2014/main" id="{4F8A206A-E0B9-C102-0724-7C409677EDBB}"/>
                </a:ext>
              </a:extLst>
            </p:cNvPr>
            <p:cNvSpPr/>
            <p:nvPr/>
          </p:nvSpPr>
          <p:spPr>
            <a:xfrm>
              <a:off x="5990182" y="1947858"/>
              <a:ext cx="695316" cy="20407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     필터</a:t>
              </a:r>
            </a:p>
          </p:txBody>
        </p:sp>
        <p:pic>
          <p:nvPicPr>
            <p:cNvPr id="3121" name="Picture 2" descr="필터 - 무료 편집 도구개 아이콘">
              <a:extLst>
                <a:ext uri="{FF2B5EF4-FFF2-40B4-BE49-F238E27FC236}">
                  <a16:creationId xmlns:a16="http://schemas.microsoft.com/office/drawing/2014/main" id="{F0F67589-4776-F998-B999-CF33C10CC3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3499" y="2005632"/>
              <a:ext cx="90829" cy="97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22" name="직사각형 3121">
            <a:extLst>
              <a:ext uri="{FF2B5EF4-FFF2-40B4-BE49-F238E27FC236}">
                <a16:creationId xmlns:a16="http://schemas.microsoft.com/office/drawing/2014/main" id="{A99D6708-8916-4847-C9A8-5297EA530011}"/>
              </a:ext>
            </a:extLst>
          </p:cNvPr>
          <p:cNvSpPr/>
          <p:nvPr/>
        </p:nvSpPr>
        <p:spPr>
          <a:xfrm>
            <a:off x="-967811" y="14188218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3200" dirty="0"/>
          </a:p>
        </p:txBody>
      </p:sp>
      <p:sp>
        <p:nvSpPr>
          <p:cNvPr id="3123" name="사각형: 둥근 모서리 3122">
            <a:extLst>
              <a:ext uri="{FF2B5EF4-FFF2-40B4-BE49-F238E27FC236}">
                <a16:creationId xmlns:a16="http://schemas.microsoft.com/office/drawing/2014/main" id="{4AD01D65-B772-0808-ED80-9A644AD37661}"/>
              </a:ext>
            </a:extLst>
          </p:cNvPr>
          <p:cNvSpPr/>
          <p:nvPr/>
        </p:nvSpPr>
        <p:spPr>
          <a:xfrm>
            <a:off x="554674" y="5756597"/>
            <a:ext cx="295360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24" name="사각형: 둥근 모서리 3123">
            <a:extLst>
              <a:ext uri="{FF2B5EF4-FFF2-40B4-BE49-F238E27FC236}">
                <a16:creationId xmlns:a16="http://schemas.microsoft.com/office/drawing/2014/main" id="{41459B5C-7F69-9D65-84DB-35CBE3CA1468}"/>
              </a:ext>
            </a:extLst>
          </p:cNvPr>
          <p:cNvSpPr/>
          <p:nvPr/>
        </p:nvSpPr>
        <p:spPr>
          <a:xfrm>
            <a:off x="2831510" y="5756597"/>
            <a:ext cx="295360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25" name="사각형: 둥근 모서리 3124">
            <a:extLst>
              <a:ext uri="{FF2B5EF4-FFF2-40B4-BE49-F238E27FC236}">
                <a16:creationId xmlns:a16="http://schemas.microsoft.com/office/drawing/2014/main" id="{E9933FE4-85DC-1345-5AB8-4DD82EA4917D}"/>
              </a:ext>
            </a:extLst>
          </p:cNvPr>
          <p:cNvSpPr/>
          <p:nvPr/>
        </p:nvSpPr>
        <p:spPr>
          <a:xfrm>
            <a:off x="5090401" y="5764208"/>
            <a:ext cx="295360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26" name="사각형: 둥근 모서리 3125">
            <a:extLst>
              <a:ext uri="{FF2B5EF4-FFF2-40B4-BE49-F238E27FC236}">
                <a16:creationId xmlns:a16="http://schemas.microsoft.com/office/drawing/2014/main" id="{5B4DBC43-D2C0-F0F0-4178-AF0F4CF7AC9D}"/>
              </a:ext>
            </a:extLst>
          </p:cNvPr>
          <p:cNvSpPr/>
          <p:nvPr/>
        </p:nvSpPr>
        <p:spPr>
          <a:xfrm>
            <a:off x="554674" y="8269323"/>
            <a:ext cx="295360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27" name="사각형: 둥근 모서리 3126">
            <a:extLst>
              <a:ext uri="{FF2B5EF4-FFF2-40B4-BE49-F238E27FC236}">
                <a16:creationId xmlns:a16="http://schemas.microsoft.com/office/drawing/2014/main" id="{363DEFC4-D01F-3073-2EE8-2CF345FED328}"/>
              </a:ext>
            </a:extLst>
          </p:cNvPr>
          <p:cNvSpPr/>
          <p:nvPr/>
        </p:nvSpPr>
        <p:spPr>
          <a:xfrm>
            <a:off x="2831510" y="8269323"/>
            <a:ext cx="295360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28" name="사각형: 둥근 모서리 3127">
            <a:extLst>
              <a:ext uri="{FF2B5EF4-FFF2-40B4-BE49-F238E27FC236}">
                <a16:creationId xmlns:a16="http://schemas.microsoft.com/office/drawing/2014/main" id="{EC8D4E04-252D-973E-4291-9285C9A0D5AB}"/>
              </a:ext>
            </a:extLst>
          </p:cNvPr>
          <p:cNvSpPr/>
          <p:nvPr/>
        </p:nvSpPr>
        <p:spPr>
          <a:xfrm>
            <a:off x="5090401" y="8276934"/>
            <a:ext cx="295360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29" name="사각형: 둥근 모서리 3128">
            <a:extLst>
              <a:ext uri="{FF2B5EF4-FFF2-40B4-BE49-F238E27FC236}">
                <a16:creationId xmlns:a16="http://schemas.microsoft.com/office/drawing/2014/main" id="{F33A1177-6984-2E15-20FB-3FE320070F78}"/>
              </a:ext>
            </a:extLst>
          </p:cNvPr>
          <p:cNvSpPr/>
          <p:nvPr/>
        </p:nvSpPr>
        <p:spPr>
          <a:xfrm>
            <a:off x="554674" y="2847613"/>
            <a:ext cx="295360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30" name="사각형: 둥근 모서리 3129">
            <a:extLst>
              <a:ext uri="{FF2B5EF4-FFF2-40B4-BE49-F238E27FC236}">
                <a16:creationId xmlns:a16="http://schemas.microsoft.com/office/drawing/2014/main" id="{DAF48AB0-7AC9-6C15-054D-32596C6E8F1A}"/>
              </a:ext>
            </a:extLst>
          </p:cNvPr>
          <p:cNvSpPr/>
          <p:nvPr/>
        </p:nvSpPr>
        <p:spPr>
          <a:xfrm>
            <a:off x="3075767" y="2847613"/>
            <a:ext cx="295360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31" name="사각형: 둥근 모서리 3130">
            <a:extLst>
              <a:ext uri="{FF2B5EF4-FFF2-40B4-BE49-F238E27FC236}">
                <a16:creationId xmlns:a16="http://schemas.microsoft.com/office/drawing/2014/main" id="{E872E1CC-B92D-2DFD-B356-1B2E129AF1B9}"/>
              </a:ext>
            </a:extLst>
          </p:cNvPr>
          <p:cNvSpPr/>
          <p:nvPr/>
        </p:nvSpPr>
        <p:spPr>
          <a:xfrm>
            <a:off x="5635245" y="2855224"/>
            <a:ext cx="295360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33" name="TextBox 3132">
            <a:extLst>
              <a:ext uri="{FF2B5EF4-FFF2-40B4-BE49-F238E27FC236}">
                <a16:creationId xmlns:a16="http://schemas.microsoft.com/office/drawing/2014/main" id="{5CCD6C17-1572-BC15-4B99-03D1716538C4}"/>
              </a:ext>
            </a:extLst>
          </p:cNvPr>
          <p:cNvSpPr txBox="1"/>
          <p:nvPr/>
        </p:nvSpPr>
        <p:spPr>
          <a:xfrm>
            <a:off x="-118714" y="-643623"/>
            <a:ext cx="6708213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C371FE-6AA9-155F-5297-FCFFF61DA95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7576607" y="-23936"/>
            <a:ext cx="7212505" cy="1556294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B75950B-B86B-EB7E-9EDE-B35E45649D10}"/>
              </a:ext>
            </a:extLst>
          </p:cNvPr>
          <p:cNvSpPr txBox="1"/>
          <p:nvPr/>
        </p:nvSpPr>
        <p:spPr>
          <a:xfrm>
            <a:off x="-9033359" y="18084482"/>
            <a:ext cx="2937359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600" b="0" i="0" dirty="0">
                <a:solidFill>
                  <a:srgbClr val="D8DEE9"/>
                </a:solidFill>
                <a:effectLst/>
                <a:latin typeface="Segoe WPC"/>
              </a:rPr>
              <a:t>🏆 </a:t>
            </a:r>
            <a:endParaRPr lang="ko-KR" altLang="en-US" sz="16600" dirty="0"/>
          </a:p>
        </p:txBody>
      </p:sp>
      <p:sp>
        <p:nvSpPr>
          <p:cNvPr id="4097" name="TextBox 4096">
            <a:extLst>
              <a:ext uri="{FF2B5EF4-FFF2-40B4-BE49-F238E27FC236}">
                <a16:creationId xmlns:a16="http://schemas.microsoft.com/office/drawing/2014/main" id="{BFF9F892-48FD-5E7D-7CB7-2DBFFF858960}"/>
              </a:ext>
            </a:extLst>
          </p:cNvPr>
          <p:cNvSpPr txBox="1"/>
          <p:nvPr/>
        </p:nvSpPr>
        <p:spPr>
          <a:xfrm>
            <a:off x="-10919590" y="22115269"/>
            <a:ext cx="18440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0" b="0" i="0" dirty="0">
                <a:solidFill>
                  <a:srgbClr val="FFFFFF"/>
                </a:solidFill>
                <a:effectLst/>
                <a:latin typeface="Segoe WPC"/>
              </a:rPr>
              <a:t>📈</a:t>
            </a:r>
            <a:endParaRPr lang="ko-KR" altLang="en-US" sz="10000" dirty="0"/>
          </a:p>
        </p:txBody>
      </p:sp>
      <p:sp>
        <p:nvSpPr>
          <p:cNvPr id="4099" name="TextBox 4098">
            <a:extLst>
              <a:ext uri="{FF2B5EF4-FFF2-40B4-BE49-F238E27FC236}">
                <a16:creationId xmlns:a16="http://schemas.microsoft.com/office/drawing/2014/main" id="{ED00E796-713E-6B31-92D2-AB05CB2112C9}"/>
              </a:ext>
            </a:extLst>
          </p:cNvPr>
          <p:cNvSpPr txBox="1"/>
          <p:nvPr/>
        </p:nvSpPr>
        <p:spPr>
          <a:xfrm>
            <a:off x="-7719811" y="21929768"/>
            <a:ext cx="191452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600" b="0" i="0" dirty="0">
                <a:solidFill>
                  <a:srgbClr val="FFFFFF"/>
                </a:solidFill>
                <a:effectLst/>
                <a:latin typeface="Segoe WPC"/>
              </a:rPr>
              <a:t>🔍️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480590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2ECD1-85FB-5ED8-6B56-0F4AE239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7B8E68C-D662-B4BA-69DC-B6B6AA6FF3B0}"/>
              </a:ext>
            </a:extLst>
          </p:cNvPr>
          <p:cNvSpPr/>
          <p:nvPr/>
        </p:nvSpPr>
        <p:spPr>
          <a:xfrm>
            <a:off x="-1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57A744-771C-E04C-AC13-797AA8D5D987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3D1790A-EA63-DEE0-1C59-8B4CCF3FA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8"/>
            <a:ext cx="430038" cy="4733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FD18406-D018-E811-3F6F-56942FFC2C2E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4127" name="TextBox 4126">
            <a:extLst>
              <a:ext uri="{FF2B5EF4-FFF2-40B4-BE49-F238E27FC236}">
                <a16:creationId xmlns:a16="http://schemas.microsoft.com/office/drawing/2014/main" id="{2BB3E7CC-DEC3-9CAD-E102-A001C5BAC9C8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4128" name="TextBox 4127">
            <a:extLst>
              <a:ext uri="{FF2B5EF4-FFF2-40B4-BE49-F238E27FC236}">
                <a16:creationId xmlns:a16="http://schemas.microsoft.com/office/drawing/2014/main" id="{270DA9BB-0EAF-0154-C31D-7CBE764188D2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4144" name="그림 4143">
            <a:extLst>
              <a:ext uri="{FF2B5EF4-FFF2-40B4-BE49-F238E27FC236}">
                <a16:creationId xmlns:a16="http://schemas.microsoft.com/office/drawing/2014/main" id="{37AD9E37-038F-14E4-019B-984EA320D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61" y="14567438"/>
            <a:ext cx="299565" cy="528732"/>
          </a:xfrm>
          <a:prstGeom prst="rect">
            <a:avLst/>
          </a:prstGeom>
        </p:spPr>
      </p:pic>
      <p:pic>
        <p:nvPicPr>
          <p:cNvPr id="4154" name="그림 4153">
            <a:extLst>
              <a:ext uri="{FF2B5EF4-FFF2-40B4-BE49-F238E27FC236}">
                <a16:creationId xmlns:a16="http://schemas.microsoft.com/office/drawing/2014/main" id="{EFF93814-452F-C895-64FB-E5F57049E9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4155" name="그림 4154">
            <a:extLst>
              <a:ext uri="{FF2B5EF4-FFF2-40B4-BE49-F238E27FC236}">
                <a16:creationId xmlns:a16="http://schemas.microsoft.com/office/drawing/2014/main" id="{D45371CA-1461-BED7-6F31-9D210FEB6F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4156" name="TextBox 4155">
            <a:extLst>
              <a:ext uri="{FF2B5EF4-FFF2-40B4-BE49-F238E27FC236}">
                <a16:creationId xmlns:a16="http://schemas.microsoft.com/office/drawing/2014/main" id="{CF6139F5-27AD-8CD9-CB96-9F82B6ADBB48}"/>
              </a:ext>
            </a:extLst>
          </p:cNvPr>
          <p:cNvSpPr txBox="1"/>
          <p:nvPr/>
        </p:nvSpPr>
        <p:spPr>
          <a:xfrm>
            <a:off x="850034" y="1494365"/>
            <a:ext cx="547576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요리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부터 테마 추천까지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E8BCCF-EBCB-EE91-050F-B382C20264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19F09D-2DC0-5505-D6D0-C2916599AB83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403C56E-43F5-488A-837A-D54C2ADD36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540" y="14579355"/>
            <a:ext cx="449450" cy="50320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69514D-B791-C521-4D83-29731AEA461C}"/>
              </a:ext>
            </a:extLst>
          </p:cNvPr>
          <p:cNvSpPr txBox="1"/>
          <p:nvPr/>
        </p:nvSpPr>
        <p:spPr>
          <a:xfrm>
            <a:off x="482116" y="2409316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인기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859642-D4CA-1B37-F930-190FF063DA70}"/>
              </a:ext>
            </a:extLst>
          </p:cNvPr>
          <p:cNvSpPr txBox="1"/>
          <p:nvPr/>
        </p:nvSpPr>
        <p:spPr>
          <a:xfrm>
            <a:off x="476224" y="3821381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틱톡에서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유행하는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초간단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안주레시피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1D1AF4A9-C316-ABFA-F1E4-C16E737F25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7" b="35174"/>
          <a:stretch/>
        </p:blipFill>
        <p:spPr bwMode="auto">
          <a:xfrm>
            <a:off x="571097" y="2871333"/>
            <a:ext cx="2153678" cy="96699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AFCD80F7-25D9-8B93-527B-54223F2F3F70}"/>
              </a:ext>
            </a:extLst>
          </p:cNvPr>
          <p:cNvGrpSpPr/>
          <p:nvPr/>
        </p:nvGrpSpPr>
        <p:grpSpPr>
          <a:xfrm>
            <a:off x="2172635" y="3554100"/>
            <a:ext cx="518048" cy="260567"/>
            <a:chOff x="7257057" y="1627391"/>
            <a:chExt cx="411240" cy="206845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C809152-F763-B813-4FA1-980A254408D7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0FFFEDA7-7767-341F-0D90-408FE7768944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84E52BC9-0C14-07E2-1FA9-AA85671A2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07" name="그림 4106">
              <a:extLst>
                <a:ext uri="{FF2B5EF4-FFF2-40B4-BE49-F238E27FC236}">
                  <a16:creationId xmlns:a16="http://schemas.microsoft.com/office/drawing/2014/main" id="{6526D266-B5A8-576B-B1BE-02A929566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sp>
        <p:nvSpPr>
          <p:cNvPr id="4130" name="사각형: 둥근 모서리 4129">
            <a:extLst>
              <a:ext uri="{FF2B5EF4-FFF2-40B4-BE49-F238E27FC236}">
                <a16:creationId xmlns:a16="http://schemas.microsoft.com/office/drawing/2014/main" id="{E625E6F8-D7EE-2212-120C-0A1252DCE438}"/>
              </a:ext>
            </a:extLst>
          </p:cNvPr>
          <p:cNvSpPr/>
          <p:nvPr/>
        </p:nvSpPr>
        <p:spPr>
          <a:xfrm>
            <a:off x="1786016" y="408322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초간단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31" name="사각형: 둥근 모서리 4130">
            <a:extLst>
              <a:ext uri="{FF2B5EF4-FFF2-40B4-BE49-F238E27FC236}">
                <a16:creationId xmlns:a16="http://schemas.microsoft.com/office/drawing/2014/main" id="{39F3AF13-C13E-713E-32E2-236D6C20574D}"/>
              </a:ext>
            </a:extLst>
          </p:cNvPr>
          <p:cNvSpPr/>
          <p:nvPr/>
        </p:nvSpPr>
        <p:spPr>
          <a:xfrm>
            <a:off x="2262239" y="408322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술안주</a:t>
            </a:r>
          </a:p>
        </p:txBody>
      </p:sp>
      <p:sp>
        <p:nvSpPr>
          <p:cNvPr id="4133" name="TextBox 4132">
            <a:extLst>
              <a:ext uri="{FF2B5EF4-FFF2-40B4-BE49-F238E27FC236}">
                <a16:creationId xmlns:a16="http://schemas.microsoft.com/office/drawing/2014/main" id="{EC3D7338-7A6B-DE65-C331-621838F7A915}"/>
              </a:ext>
            </a:extLst>
          </p:cNvPr>
          <p:cNvSpPr txBox="1"/>
          <p:nvPr/>
        </p:nvSpPr>
        <p:spPr>
          <a:xfrm>
            <a:off x="482117" y="4063242"/>
            <a:ext cx="142222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좋아요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110 /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댓글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13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4134" name="그림 4133">
            <a:extLst>
              <a:ext uri="{FF2B5EF4-FFF2-40B4-BE49-F238E27FC236}">
                <a16:creationId xmlns:a16="http://schemas.microsoft.com/office/drawing/2014/main" id="{54CE902E-A83A-C435-61B9-E61767A5220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1854" b="11854"/>
          <a:stretch/>
        </p:blipFill>
        <p:spPr>
          <a:xfrm>
            <a:off x="3086138" y="2874778"/>
            <a:ext cx="2182517" cy="963555"/>
          </a:xfrm>
          <a:prstGeom prst="roundRect">
            <a:avLst/>
          </a:prstGeom>
          <a:noFill/>
        </p:spPr>
      </p:pic>
      <p:sp>
        <p:nvSpPr>
          <p:cNvPr id="4136" name="TextBox 4135">
            <a:extLst>
              <a:ext uri="{FF2B5EF4-FFF2-40B4-BE49-F238E27FC236}">
                <a16:creationId xmlns:a16="http://schemas.microsoft.com/office/drawing/2014/main" id="{D12ACA76-F941-692A-5759-F27631AA653B}"/>
              </a:ext>
            </a:extLst>
          </p:cNvPr>
          <p:cNvSpPr txBox="1"/>
          <p:nvPr/>
        </p:nvSpPr>
        <p:spPr>
          <a:xfrm>
            <a:off x="2988690" y="3821381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다이어트 김밥 만들기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오이김밥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</a:p>
        </p:txBody>
      </p:sp>
      <p:grpSp>
        <p:nvGrpSpPr>
          <p:cNvPr id="4137" name="그룹 4136">
            <a:extLst>
              <a:ext uri="{FF2B5EF4-FFF2-40B4-BE49-F238E27FC236}">
                <a16:creationId xmlns:a16="http://schemas.microsoft.com/office/drawing/2014/main" id="{15083290-48B2-85A1-B2BF-9E4968433354}"/>
              </a:ext>
            </a:extLst>
          </p:cNvPr>
          <p:cNvGrpSpPr/>
          <p:nvPr/>
        </p:nvGrpSpPr>
        <p:grpSpPr>
          <a:xfrm>
            <a:off x="4673632" y="3554100"/>
            <a:ext cx="518048" cy="260567"/>
            <a:chOff x="7257057" y="1627391"/>
            <a:chExt cx="411240" cy="206845"/>
          </a:xfrm>
        </p:grpSpPr>
        <p:sp>
          <p:nvSpPr>
            <p:cNvPr id="4138" name="타원 4137">
              <a:extLst>
                <a:ext uri="{FF2B5EF4-FFF2-40B4-BE49-F238E27FC236}">
                  <a16:creationId xmlns:a16="http://schemas.microsoft.com/office/drawing/2014/main" id="{74D44A34-057D-E96B-65DA-79E1BFD5AF41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39" name="타원 4138">
              <a:extLst>
                <a:ext uri="{FF2B5EF4-FFF2-40B4-BE49-F238E27FC236}">
                  <a16:creationId xmlns:a16="http://schemas.microsoft.com/office/drawing/2014/main" id="{F2265C16-B708-4C1D-B31A-2C0FB7914D76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41" name="그림 4140">
              <a:extLst>
                <a:ext uri="{FF2B5EF4-FFF2-40B4-BE49-F238E27FC236}">
                  <a16:creationId xmlns:a16="http://schemas.microsoft.com/office/drawing/2014/main" id="{1249647B-CEEC-6F01-93B4-CCFDBC544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42" name="그림 4141">
              <a:extLst>
                <a:ext uri="{FF2B5EF4-FFF2-40B4-BE49-F238E27FC236}">
                  <a16:creationId xmlns:a16="http://schemas.microsoft.com/office/drawing/2014/main" id="{CDEE203C-2DBF-DDA3-B8B2-41BD6719D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sp>
        <p:nvSpPr>
          <p:cNvPr id="4143" name="사각형: 둥근 모서리 4142">
            <a:extLst>
              <a:ext uri="{FF2B5EF4-FFF2-40B4-BE49-F238E27FC236}">
                <a16:creationId xmlns:a16="http://schemas.microsoft.com/office/drawing/2014/main" id="{C59997CF-C277-2497-4782-03FF44799C84}"/>
              </a:ext>
            </a:extLst>
          </p:cNvPr>
          <p:cNvSpPr/>
          <p:nvPr/>
        </p:nvSpPr>
        <p:spPr>
          <a:xfrm>
            <a:off x="4298482" y="408322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다이어트</a:t>
            </a:r>
          </a:p>
        </p:txBody>
      </p:sp>
      <p:sp>
        <p:nvSpPr>
          <p:cNvPr id="4145" name="사각형: 둥근 모서리 4144">
            <a:extLst>
              <a:ext uri="{FF2B5EF4-FFF2-40B4-BE49-F238E27FC236}">
                <a16:creationId xmlns:a16="http://schemas.microsoft.com/office/drawing/2014/main" id="{06A07C1E-3D79-900A-0717-A7D4F3641831}"/>
              </a:ext>
            </a:extLst>
          </p:cNvPr>
          <p:cNvSpPr/>
          <p:nvPr/>
        </p:nvSpPr>
        <p:spPr>
          <a:xfrm>
            <a:off x="4774705" y="408322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46" name="TextBox 4145">
            <a:extLst>
              <a:ext uri="{FF2B5EF4-FFF2-40B4-BE49-F238E27FC236}">
                <a16:creationId xmlns:a16="http://schemas.microsoft.com/office/drawing/2014/main" id="{20B106E3-2027-794A-F0E5-F48986C448D3}"/>
              </a:ext>
            </a:extLst>
          </p:cNvPr>
          <p:cNvSpPr txBox="1"/>
          <p:nvPr/>
        </p:nvSpPr>
        <p:spPr>
          <a:xfrm>
            <a:off x="2994583" y="4063242"/>
            <a:ext cx="142222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좋아요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90 /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댓글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10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47" name="사각형: 둥근 모서리 4146">
            <a:extLst>
              <a:ext uri="{FF2B5EF4-FFF2-40B4-BE49-F238E27FC236}">
                <a16:creationId xmlns:a16="http://schemas.microsoft.com/office/drawing/2014/main" id="{1463272F-B302-1FF9-8CB1-1444EA6D9952}"/>
              </a:ext>
            </a:extLst>
          </p:cNvPr>
          <p:cNvSpPr/>
          <p:nvPr/>
        </p:nvSpPr>
        <p:spPr>
          <a:xfrm>
            <a:off x="563178" y="2867712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53" name="사각형: 둥근 모서리 4152">
            <a:extLst>
              <a:ext uri="{FF2B5EF4-FFF2-40B4-BE49-F238E27FC236}">
                <a16:creationId xmlns:a16="http://schemas.microsoft.com/office/drawing/2014/main" id="{936EF85A-CF74-2DA6-084F-0FF843F5504A}"/>
              </a:ext>
            </a:extLst>
          </p:cNvPr>
          <p:cNvSpPr/>
          <p:nvPr/>
        </p:nvSpPr>
        <p:spPr>
          <a:xfrm>
            <a:off x="564192" y="4680687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57" name="사각형: 둥근 모서리 4156">
            <a:extLst>
              <a:ext uri="{FF2B5EF4-FFF2-40B4-BE49-F238E27FC236}">
                <a16:creationId xmlns:a16="http://schemas.microsoft.com/office/drawing/2014/main" id="{F3BC2646-867C-70E0-4961-AFDB39155D2B}"/>
              </a:ext>
            </a:extLst>
          </p:cNvPr>
          <p:cNvSpPr/>
          <p:nvPr/>
        </p:nvSpPr>
        <p:spPr>
          <a:xfrm>
            <a:off x="1617925" y="4680687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나초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또띠아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58" name="사각형: 둥근 모서리 4157">
            <a:extLst>
              <a:ext uri="{FF2B5EF4-FFF2-40B4-BE49-F238E27FC236}">
                <a16:creationId xmlns:a16="http://schemas.microsoft.com/office/drawing/2014/main" id="{A5511846-6411-52E6-79DE-C571190EB0C2}"/>
              </a:ext>
            </a:extLst>
          </p:cNvPr>
          <p:cNvSpPr/>
          <p:nvPr/>
        </p:nvSpPr>
        <p:spPr>
          <a:xfrm>
            <a:off x="563178" y="441496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59" name="사각형: 둥근 모서리 4158">
            <a:extLst>
              <a:ext uri="{FF2B5EF4-FFF2-40B4-BE49-F238E27FC236}">
                <a16:creationId xmlns:a16="http://schemas.microsoft.com/office/drawing/2014/main" id="{AD125E96-8F9C-9A96-7F48-F75559762FEC}"/>
              </a:ext>
            </a:extLst>
          </p:cNvPr>
          <p:cNvSpPr/>
          <p:nvPr/>
        </p:nvSpPr>
        <p:spPr>
          <a:xfrm>
            <a:off x="1616913" y="4414968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나초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0" name="사각형: 둥근 모서리 4159">
            <a:extLst>
              <a:ext uri="{FF2B5EF4-FFF2-40B4-BE49-F238E27FC236}">
                <a16:creationId xmlns:a16="http://schemas.microsoft.com/office/drawing/2014/main" id="{B9F36E16-2346-B065-046F-187FFD5A3B75}"/>
              </a:ext>
            </a:extLst>
          </p:cNvPr>
          <p:cNvSpPr/>
          <p:nvPr/>
        </p:nvSpPr>
        <p:spPr>
          <a:xfrm>
            <a:off x="2039445" y="4414968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치즈</a:t>
            </a:r>
          </a:p>
        </p:txBody>
      </p:sp>
      <p:sp>
        <p:nvSpPr>
          <p:cNvPr id="4161" name="사각형: 둥근 모서리 4160">
            <a:extLst>
              <a:ext uri="{FF2B5EF4-FFF2-40B4-BE49-F238E27FC236}">
                <a16:creationId xmlns:a16="http://schemas.microsoft.com/office/drawing/2014/main" id="{6655D90A-0DCC-01CE-C409-815359A84EDA}"/>
              </a:ext>
            </a:extLst>
          </p:cNvPr>
          <p:cNvSpPr/>
          <p:nvPr/>
        </p:nvSpPr>
        <p:spPr>
          <a:xfrm>
            <a:off x="3113720" y="4680687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62" name="사각형: 둥근 모서리 4161">
            <a:extLst>
              <a:ext uri="{FF2B5EF4-FFF2-40B4-BE49-F238E27FC236}">
                <a16:creationId xmlns:a16="http://schemas.microsoft.com/office/drawing/2014/main" id="{2D526C41-BD07-C19C-1843-F86F922ECD7A}"/>
              </a:ext>
            </a:extLst>
          </p:cNvPr>
          <p:cNvSpPr/>
          <p:nvPr/>
        </p:nvSpPr>
        <p:spPr>
          <a:xfrm>
            <a:off x="4167451" y="4680687"/>
            <a:ext cx="740880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현미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백미</a:t>
            </a:r>
          </a:p>
        </p:txBody>
      </p:sp>
      <p:sp>
        <p:nvSpPr>
          <p:cNvPr id="4163" name="사각형: 둥근 모서리 4162">
            <a:extLst>
              <a:ext uri="{FF2B5EF4-FFF2-40B4-BE49-F238E27FC236}">
                <a16:creationId xmlns:a16="http://schemas.microsoft.com/office/drawing/2014/main" id="{991A1331-8E5F-2693-0C14-DEB867EE3003}"/>
              </a:ext>
            </a:extLst>
          </p:cNvPr>
          <p:cNvSpPr/>
          <p:nvPr/>
        </p:nvSpPr>
        <p:spPr>
          <a:xfrm>
            <a:off x="3112706" y="441496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64" name="사각형: 둥근 모서리 4163">
            <a:extLst>
              <a:ext uri="{FF2B5EF4-FFF2-40B4-BE49-F238E27FC236}">
                <a16:creationId xmlns:a16="http://schemas.microsoft.com/office/drawing/2014/main" id="{B705AA6A-E14A-BE48-BD40-D19EFEF0CE59}"/>
              </a:ext>
            </a:extLst>
          </p:cNvPr>
          <p:cNvSpPr/>
          <p:nvPr/>
        </p:nvSpPr>
        <p:spPr>
          <a:xfrm>
            <a:off x="4166440" y="4414968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현미</a:t>
            </a:r>
          </a:p>
        </p:txBody>
      </p:sp>
      <p:sp>
        <p:nvSpPr>
          <p:cNvPr id="4168" name="사각형: 둥근 모서리 4167">
            <a:extLst>
              <a:ext uri="{FF2B5EF4-FFF2-40B4-BE49-F238E27FC236}">
                <a16:creationId xmlns:a16="http://schemas.microsoft.com/office/drawing/2014/main" id="{D275FEFB-8844-CA0F-DD52-6CC73BF1227C}"/>
              </a:ext>
            </a:extLst>
          </p:cNvPr>
          <p:cNvSpPr/>
          <p:nvPr/>
        </p:nvSpPr>
        <p:spPr>
          <a:xfrm>
            <a:off x="3072033" y="2880683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69" name="그림 4168">
            <a:extLst>
              <a:ext uri="{FF2B5EF4-FFF2-40B4-BE49-F238E27FC236}">
                <a16:creationId xmlns:a16="http://schemas.microsoft.com/office/drawing/2014/main" id="{199F9849-29CD-4312-4D4C-7E746581F51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38224"/>
          <a:stretch/>
        </p:blipFill>
        <p:spPr>
          <a:xfrm>
            <a:off x="5632756" y="2851678"/>
            <a:ext cx="1566558" cy="986767"/>
          </a:xfrm>
          <a:prstGeom prst="rect">
            <a:avLst/>
          </a:prstGeom>
        </p:spPr>
      </p:pic>
      <p:sp>
        <p:nvSpPr>
          <p:cNvPr id="4170" name="사각형: 둥근 모서리 4169">
            <a:extLst>
              <a:ext uri="{FF2B5EF4-FFF2-40B4-BE49-F238E27FC236}">
                <a16:creationId xmlns:a16="http://schemas.microsoft.com/office/drawing/2014/main" id="{D14E6613-1D34-7052-3D69-907E5AD9491A}"/>
              </a:ext>
            </a:extLst>
          </p:cNvPr>
          <p:cNvSpPr/>
          <p:nvPr/>
        </p:nvSpPr>
        <p:spPr>
          <a:xfrm>
            <a:off x="5647833" y="2842968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75%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71" name="TextBox 4170">
            <a:extLst>
              <a:ext uri="{FF2B5EF4-FFF2-40B4-BE49-F238E27FC236}">
                <a16:creationId xmlns:a16="http://schemas.microsoft.com/office/drawing/2014/main" id="{E27E9A87-39C1-B471-7A1F-5AA067D556CA}"/>
              </a:ext>
            </a:extLst>
          </p:cNvPr>
          <p:cNvSpPr txBox="1"/>
          <p:nvPr/>
        </p:nvSpPr>
        <p:spPr>
          <a:xfrm>
            <a:off x="5552654" y="3819906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숙취해소로 최고인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황태해장국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72" name="사각형: 둥근 모서리 4171">
            <a:extLst>
              <a:ext uri="{FF2B5EF4-FFF2-40B4-BE49-F238E27FC236}">
                <a16:creationId xmlns:a16="http://schemas.microsoft.com/office/drawing/2014/main" id="{8A9F36FF-4BB2-5399-BB3E-34BFA786975A}"/>
              </a:ext>
            </a:extLst>
          </p:cNvPr>
          <p:cNvSpPr/>
          <p:nvPr/>
        </p:nvSpPr>
        <p:spPr>
          <a:xfrm>
            <a:off x="6759716" y="408932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숙취해소</a:t>
            </a:r>
          </a:p>
        </p:txBody>
      </p:sp>
      <p:sp>
        <p:nvSpPr>
          <p:cNvPr id="4173" name="TextBox 4172">
            <a:extLst>
              <a:ext uri="{FF2B5EF4-FFF2-40B4-BE49-F238E27FC236}">
                <a16:creationId xmlns:a16="http://schemas.microsoft.com/office/drawing/2014/main" id="{EFE82C4F-C96F-563A-848D-FB36F1733EB5}"/>
              </a:ext>
            </a:extLst>
          </p:cNvPr>
          <p:cNvSpPr txBox="1"/>
          <p:nvPr/>
        </p:nvSpPr>
        <p:spPr>
          <a:xfrm>
            <a:off x="5594206" y="4069340"/>
            <a:ext cx="142222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좋아요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80 /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댓글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9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74" name="사각형: 둥근 모서리 4173">
            <a:extLst>
              <a:ext uri="{FF2B5EF4-FFF2-40B4-BE49-F238E27FC236}">
                <a16:creationId xmlns:a16="http://schemas.microsoft.com/office/drawing/2014/main" id="{2F03CE70-69F0-F1A9-C751-D08D71DC1303}"/>
              </a:ext>
            </a:extLst>
          </p:cNvPr>
          <p:cNvSpPr/>
          <p:nvPr/>
        </p:nvSpPr>
        <p:spPr>
          <a:xfrm>
            <a:off x="5713343" y="468678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2064" name="사각형: 둥근 모서리 2063">
            <a:extLst>
              <a:ext uri="{FF2B5EF4-FFF2-40B4-BE49-F238E27FC236}">
                <a16:creationId xmlns:a16="http://schemas.microsoft.com/office/drawing/2014/main" id="{86CC03D6-26A8-CEC6-E0B2-C01CE17D3854}"/>
              </a:ext>
            </a:extLst>
          </p:cNvPr>
          <p:cNvSpPr/>
          <p:nvPr/>
        </p:nvSpPr>
        <p:spPr>
          <a:xfrm>
            <a:off x="5712329" y="442106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2065" name="사각형: 둥근 모서리 2064">
            <a:extLst>
              <a:ext uri="{FF2B5EF4-FFF2-40B4-BE49-F238E27FC236}">
                <a16:creationId xmlns:a16="http://schemas.microsoft.com/office/drawing/2014/main" id="{512EE323-9F40-7117-866B-E8ECF4C03A69}"/>
              </a:ext>
            </a:extLst>
          </p:cNvPr>
          <p:cNvSpPr/>
          <p:nvPr/>
        </p:nvSpPr>
        <p:spPr>
          <a:xfrm>
            <a:off x="6766064" y="4421066"/>
            <a:ext cx="380901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황태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068" name="직선 연결선 2067">
            <a:extLst>
              <a:ext uri="{FF2B5EF4-FFF2-40B4-BE49-F238E27FC236}">
                <a16:creationId xmlns:a16="http://schemas.microsoft.com/office/drawing/2014/main" id="{A338E4C5-BD48-F8A2-AB88-6FEB783EEC3E}"/>
              </a:ext>
            </a:extLst>
          </p:cNvPr>
          <p:cNvCxnSpPr>
            <a:cxnSpLocks/>
          </p:cNvCxnSpPr>
          <p:nvPr/>
        </p:nvCxnSpPr>
        <p:spPr>
          <a:xfrm>
            <a:off x="625147" y="2719484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1" name="그룹 2070">
            <a:extLst>
              <a:ext uri="{FF2B5EF4-FFF2-40B4-BE49-F238E27FC236}">
                <a16:creationId xmlns:a16="http://schemas.microsoft.com/office/drawing/2014/main" id="{604E6394-1C10-4A00-AB36-C7CEF7189748}"/>
              </a:ext>
            </a:extLst>
          </p:cNvPr>
          <p:cNvGrpSpPr/>
          <p:nvPr/>
        </p:nvGrpSpPr>
        <p:grpSpPr>
          <a:xfrm>
            <a:off x="6644614" y="2475789"/>
            <a:ext cx="117978" cy="65609"/>
            <a:chOff x="4773621" y="1614488"/>
            <a:chExt cx="128101" cy="80962"/>
          </a:xfrm>
        </p:grpSpPr>
        <p:cxnSp>
          <p:nvCxnSpPr>
            <p:cNvPr id="2072" name="직선 연결선 2071">
              <a:extLst>
                <a:ext uri="{FF2B5EF4-FFF2-40B4-BE49-F238E27FC236}">
                  <a16:creationId xmlns:a16="http://schemas.microsoft.com/office/drawing/2014/main" id="{BFF3F78B-AB04-E0F0-1DDA-C5F221A8F369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14488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직선 연결선 2072">
              <a:extLst>
                <a:ext uri="{FF2B5EF4-FFF2-40B4-BE49-F238E27FC236}">
                  <a16:creationId xmlns:a16="http://schemas.microsoft.com/office/drawing/2014/main" id="{0E281F97-F052-79C8-7EBC-19351FBA3836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56289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직선 연결선 2073">
              <a:extLst>
                <a:ext uri="{FF2B5EF4-FFF2-40B4-BE49-F238E27FC236}">
                  <a16:creationId xmlns:a16="http://schemas.microsoft.com/office/drawing/2014/main" id="{93575CB0-6D11-86BC-1B6D-7A758F397CF1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95450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5" name="TextBox 2074">
            <a:extLst>
              <a:ext uri="{FF2B5EF4-FFF2-40B4-BE49-F238E27FC236}">
                <a16:creationId xmlns:a16="http://schemas.microsoft.com/office/drawing/2014/main" id="{DDD9ED14-F34B-E511-71E5-6F9B894743EC}"/>
              </a:ext>
            </a:extLst>
          </p:cNvPr>
          <p:cNvSpPr txBox="1"/>
          <p:nvPr/>
        </p:nvSpPr>
        <p:spPr>
          <a:xfrm>
            <a:off x="482116" y="5338679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재료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076" name="직선 연결선 2075">
            <a:extLst>
              <a:ext uri="{FF2B5EF4-FFF2-40B4-BE49-F238E27FC236}">
                <a16:creationId xmlns:a16="http://schemas.microsoft.com/office/drawing/2014/main" id="{FC7E4D2A-AC71-E507-5F30-E1C9BAD7DD1E}"/>
              </a:ext>
            </a:extLst>
          </p:cNvPr>
          <p:cNvCxnSpPr>
            <a:cxnSpLocks/>
          </p:cNvCxnSpPr>
          <p:nvPr/>
        </p:nvCxnSpPr>
        <p:spPr>
          <a:xfrm>
            <a:off x="625147" y="5648848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7" name="Picture 4" descr="뿌리부터 껍질까지 버릴 것 없는 영양만점 '두릅' [헬스키친] &lt; 현장탐방 &lt; 기획리포트 &lt; 기사본문 - 매경헬스">
            <a:extLst>
              <a:ext uri="{FF2B5EF4-FFF2-40B4-BE49-F238E27FC236}">
                <a16:creationId xmlns:a16="http://schemas.microsoft.com/office/drawing/2014/main" id="{B07BF457-007A-0E98-1D3A-F88D35AAF0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0" b="14560"/>
          <a:stretch/>
        </p:blipFill>
        <p:spPr bwMode="auto">
          <a:xfrm>
            <a:off x="554674" y="5761384"/>
            <a:ext cx="2155909" cy="99517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8" name="TextBox 2077">
            <a:extLst>
              <a:ext uri="{FF2B5EF4-FFF2-40B4-BE49-F238E27FC236}">
                <a16:creationId xmlns:a16="http://schemas.microsoft.com/office/drawing/2014/main" id="{F4402FCF-E470-5EF5-1B94-4DA061802161}"/>
              </a:ext>
            </a:extLst>
          </p:cNvPr>
          <p:cNvSpPr txBox="1"/>
          <p:nvPr/>
        </p:nvSpPr>
        <p:spPr>
          <a:xfrm>
            <a:off x="476225" y="6780282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2079" name="TextBox 2078">
            <a:extLst>
              <a:ext uri="{FF2B5EF4-FFF2-40B4-BE49-F238E27FC236}">
                <a16:creationId xmlns:a16="http://schemas.microsoft.com/office/drawing/2014/main" id="{B1E01FCB-458E-6EA3-C8EF-237BF1A6DB43}"/>
              </a:ext>
            </a:extLst>
          </p:cNvPr>
          <p:cNvSpPr txBox="1"/>
          <p:nvPr/>
        </p:nvSpPr>
        <p:spPr>
          <a:xfrm>
            <a:off x="482117" y="6978978"/>
            <a:ext cx="2193896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200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pic>
        <p:nvPicPr>
          <p:cNvPr id="2085" name="Picture 6" descr="간단한 밑반찬 머위나물 무침">
            <a:extLst>
              <a:ext uri="{FF2B5EF4-FFF2-40B4-BE49-F238E27FC236}">
                <a16:creationId xmlns:a16="http://schemas.microsoft.com/office/drawing/2014/main" id="{4BCF2318-9E02-803A-2F1E-7554703B27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1" r="6283" b="37665"/>
          <a:stretch/>
        </p:blipFill>
        <p:spPr bwMode="auto">
          <a:xfrm>
            <a:off x="2838526" y="5766800"/>
            <a:ext cx="2147404" cy="98324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6" name="TextBox 2085">
            <a:extLst>
              <a:ext uri="{FF2B5EF4-FFF2-40B4-BE49-F238E27FC236}">
                <a16:creationId xmlns:a16="http://schemas.microsoft.com/office/drawing/2014/main" id="{69FDF4B8-C717-B7EB-9FAD-4EC17E556E4A}"/>
              </a:ext>
            </a:extLst>
          </p:cNvPr>
          <p:cNvSpPr txBox="1"/>
          <p:nvPr/>
        </p:nvSpPr>
        <p:spPr>
          <a:xfrm>
            <a:off x="2797896" y="6780282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머위나물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87" name="TextBox 2086">
            <a:extLst>
              <a:ext uri="{FF2B5EF4-FFF2-40B4-BE49-F238E27FC236}">
                <a16:creationId xmlns:a16="http://schemas.microsoft.com/office/drawing/2014/main" id="{140C47E9-0D17-0944-75AD-B4AEEFD82114}"/>
              </a:ext>
            </a:extLst>
          </p:cNvPr>
          <p:cNvSpPr txBox="1"/>
          <p:nvPr/>
        </p:nvSpPr>
        <p:spPr>
          <a:xfrm>
            <a:off x="2803788" y="6978978"/>
            <a:ext cx="211339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150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16%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pic>
        <p:nvPicPr>
          <p:cNvPr id="2088" name="그림 2087">
            <a:extLst>
              <a:ext uri="{FF2B5EF4-FFF2-40B4-BE49-F238E27FC236}">
                <a16:creationId xmlns:a16="http://schemas.microsoft.com/office/drawing/2014/main" id="{EE3B6C5B-2572-CC05-00B7-42541A3474D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r="5725"/>
          <a:stretch/>
        </p:blipFill>
        <p:spPr>
          <a:xfrm>
            <a:off x="5092399" y="5763066"/>
            <a:ext cx="2106917" cy="990711"/>
          </a:xfrm>
          <a:prstGeom prst="rect">
            <a:avLst/>
          </a:prstGeom>
        </p:spPr>
      </p:pic>
      <p:sp>
        <p:nvSpPr>
          <p:cNvPr id="2089" name="TextBox 2088">
            <a:extLst>
              <a:ext uri="{FF2B5EF4-FFF2-40B4-BE49-F238E27FC236}">
                <a16:creationId xmlns:a16="http://schemas.microsoft.com/office/drawing/2014/main" id="{9FAFEC87-0E81-704D-F0B1-39C567079DA4}"/>
              </a:ext>
            </a:extLst>
          </p:cNvPr>
          <p:cNvSpPr txBox="1"/>
          <p:nvPr/>
        </p:nvSpPr>
        <p:spPr>
          <a:xfrm>
            <a:off x="4984924" y="6789674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도다리</a:t>
            </a: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27EF6C80-4235-B527-AA28-8478D65281A9}"/>
              </a:ext>
            </a:extLst>
          </p:cNvPr>
          <p:cNvSpPr txBox="1"/>
          <p:nvPr/>
        </p:nvSpPr>
        <p:spPr>
          <a:xfrm>
            <a:off x="4990816" y="6988371"/>
            <a:ext cx="211339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44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sp>
        <p:nvSpPr>
          <p:cNvPr id="2098" name="TextBox 2097">
            <a:extLst>
              <a:ext uri="{FF2B5EF4-FFF2-40B4-BE49-F238E27FC236}">
                <a16:creationId xmlns:a16="http://schemas.microsoft.com/office/drawing/2014/main" id="{DB827F0C-2B3F-BC5E-9652-727B116D45EA}"/>
              </a:ext>
            </a:extLst>
          </p:cNvPr>
          <p:cNvSpPr txBox="1"/>
          <p:nvPr/>
        </p:nvSpPr>
        <p:spPr>
          <a:xfrm>
            <a:off x="494006" y="11306377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특정 재료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키워드 기반으로 인기 레시피 찾아보기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099" name="직선 연결선 2098">
            <a:extLst>
              <a:ext uri="{FF2B5EF4-FFF2-40B4-BE49-F238E27FC236}">
                <a16:creationId xmlns:a16="http://schemas.microsoft.com/office/drawing/2014/main" id="{AE305F7C-5A42-8C8D-6EEF-4999B6F25AAE}"/>
              </a:ext>
            </a:extLst>
          </p:cNvPr>
          <p:cNvCxnSpPr>
            <a:cxnSpLocks/>
          </p:cNvCxnSpPr>
          <p:nvPr/>
        </p:nvCxnSpPr>
        <p:spPr>
          <a:xfrm>
            <a:off x="637038" y="11616545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0" name="사각형: 둥근 모서리 2099">
            <a:extLst>
              <a:ext uri="{FF2B5EF4-FFF2-40B4-BE49-F238E27FC236}">
                <a16:creationId xmlns:a16="http://schemas.microsoft.com/office/drawing/2014/main" id="{1970B490-2ED4-5571-6B41-D83DADD4797D}"/>
              </a:ext>
            </a:extLst>
          </p:cNvPr>
          <p:cNvSpPr/>
          <p:nvPr/>
        </p:nvSpPr>
        <p:spPr>
          <a:xfrm>
            <a:off x="612201" y="11733733"/>
            <a:ext cx="4713603" cy="310174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36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2101" name="TextBox 2100">
            <a:extLst>
              <a:ext uri="{FF2B5EF4-FFF2-40B4-BE49-F238E27FC236}">
                <a16:creationId xmlns:a16="http://schemas.microsoft.com/office/drawing/2014/main" id="{DC59C754-21D5-852B-16BF-C11679152C53}"/>
              </a:ext>
            </a:extLst>
          </p:cNvPr>
          <p:cNvSpPr txBox="1"/>
          <p:nvPr/>
        </p:nvSpPr>
        <p:spPr>
          <a:xfrm>
            <a:off x="638144" y="11744365"/>
            <a:ext cx="3738548" cy="24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관심있는 재료나 키워드를 입력하세요</a:t>
            </a:r>
          </a:p>
        </p:txBody>
      </p:sp>
      <p:sp>
        <p:nvSpPr>
          <p:cNvPr id="2102" name="TextBox 2101">
            <a:extLst>
              <a:ext uri="{FF2B5EF4-FFF2-40B4-BE49-F238E27FC236}">
                <a16:creationId xmlns:a16="http://schemas.microsoft.com/office/drawing/2014/main" id="{EDE1359F-6EAA-A9C3-10DC-E9D82E450E31}"/>
              </a:ext>
            </a:extLst>
          </p:cNvPr>
          <p:cNvSpPr txBox="1"/>
          <p:nvPr/>
        </p:nvSpPr>
        <p:spPr>
          <a:xfrm>
            <a:off x="490620" y="7881298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테마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103" name="직선 연결선 2102">
            <a:extLst>
              <a:ext uri="{FF2B5EF4-FFF2-40B4-BE49-F238E27FC236}">
                <a16:creationId xmlns:a16="http://schemas.microsoft.com/office/drawing/2014/main" id="{47155A0D-9D31-9458-EB82-A836F9860F21}"/>
              </a:ext>
            </a:extLst>
          </p:cNvPr>
          <p:cNvCxnSpPr>
            <a:cxnSpLocks/>
          </p:cNvCxnSpPr>
          <p:nvPr/>
        </p:nvCxnSpPr>
        <p:spPr>
          <a:xfrm>
            <a:off x="633652" y="8191467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4" name="TextBox 2103">
            <a:extLst>
              <a:ext uri="{FF2B5EF4-FFF2-40B4-BE49-F238E27FC236}">
                <a16:creationId xmlns:a16="http://schemas.microsoft.com/office/drawing/2014/main" id="{E71DBB20-0B6C-C107-8219-303C2F9663F7}"/>
              </a:ext>
            </a:extLst>
          </p:cNvPr>
          <p:cNvSpPr txBox="1"/>
          <p:nvPr/>
        </p:nvSpPr>
        <p:spPr>
          <a:xfrm>
            <a:off x="484731" y="9322902"/>
            <a:ext cx="2116622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저속노화</a:t>
            </a:r>
          </a:p>
        </p:txBody>
      </p:sp>
      <p:sp>
        <p:nvSpPr>
          <p:cNvPr id="2105" name="TextBox 2104">
            <a:extLst>
              <a:ext uri="{FF2B5EF4-FFF2-40B4-BE49-F238E27FC236}">
                <a16:creationId xmlns:a16="http://schemas.microsoft.com/office/drawing/2014/main" id="{4F8C2B71-44B0-47FF-4CB0-3B59DA7B29BA}"/>
              </a:ext>
            </a:extLst>
          </p:cNvPr>
          <p:cNvSpPr txBox="1"/>
          <p:nvPr/>
        </p:nvSpPr>
        <p:spPr>
          <a:xfrm>
            <a:off x="490621" y="9521598"/>
            <a:ext cx="183366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403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21%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sp>
        <p:nvSpPr>
          <p:cNvPr id="2106" name="TextBox 2105">
            <a:extLst>
              <a:ext uri="{FF2B5EF4-FFF2-40B4-BE49-F238E27FC236}">
                <a16:creationId xmlns:a16="http://schemas.microsoft.com/office/drawing/2014/main" id="{799247FA-609A-E3FE-16DC-408F4063FE87}"/>
              </a:ext>
            </a:extLst>
          </p:cNvPr>
          <p:cNvSpPr txBox="1"/>
          <p:nvPr/>
        </p:nvSpPr>
        <p:spPr>
          <a:xfrm>
            <a:off x="2806402" y="9322902"/>
            <a:ext cx="1955458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어버이날</a:t>
            </a:r>
          </a:p>
        </p:txBody>
      </p:sp>
      <p:sp>
        <p:nvSpPr>
          <p:cNvPr id="2107" name="TextBox 2106">
            <a:extLst>
              <a:ext uri="{FF2B5EF4-FFF2-40B4-BE49-F238E27FC236}">
                <a16:creationId xmlns:a16="http://schemas.microsoft.com/office/drawing/2014/main" id="{24509D63-9C7F-A23C-E1FE-0BEFF2FFFB39}"/>
              </a:ext>
            </a:extLst>
          </p:cNvPr>
          <p:cNvSpPr txBox="1"/>
          <p:nvPr/>
        </p:nvSpPr>
        <p:spPr>
          <a:xfrm>
            <a:off x="2812292" y="9521598"/>
            <a:ext cx="183366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205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sp>
        <p:nvSpPr>
          <p:cNvPr id="2108" name="TextBox 2107">
            <a:extLst>
              <a:ext uri="{FF2B5EF4-FFF2-40B4-BE49-F238E27FC236}">
                <a16:creationId xmlns:a16="http://schemas.microsoft.com/office/drawing/2014/main" id="{823EE9B9-2068-1DD9-C19D-1172E108058F}"/>
              </a:ext>
            </a:extLst>
          </p:cNvPr>
          <p:cNvSpPr txBox="1"/>
          <p:nvPr/>
        </p:nvSpPr>
        <p:spPr>
          <a:xfrm>
            <a:off x="4993428" y="9332294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기관지</a:t>
            </a:r>
          </a:p>
        </p:txBody>
      </p:sp>
      <p:sp>
        <p:nvSpPr>
          <p:cNvPr id="2109" name="TextBox 2108">
            <a:extLst>
              <a:ext uri="{FF2B5EF4-FFF2-40B4-BE49-F238E27FC236}">
                <a16:creationId xmlns:a16="http://schemas.microsoft.com/office/drawing/2014/main" id="{F53C1A50-C735-B5E2-5DAD-BB651B44E940}"/>
              </a:ext>
            </a:extLst>
          </p:cNvPr>
          <p:cNvSpPr txBox="1"/>
          <p:nvPr/>
        </p:nvSpPr>
        <p:spPr>
          <a:xfrm>
            <a:off x="4999319" y="9530991"/>
            <a:ext cx="1833662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레시피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654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기간 대비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언급량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7%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</a:t>
            </a:r>
          </a:p>
        </p:txBody>
      </p:sp>
      <p:pic>
        <p:nvPicPr>
          <p:cNvPr id="3077" name="Picture 10" descr="저속 노화 식단을 아시나요? 느리게 나이들 수 있는 비결 | KB의 생각">
            <a:extLst>
              <a:ext uri="{FF2B5EF4-FFF2-40B4-BE49-F238E27FC236}">
                <a16:creationId xmlns:a16="http://schemas.microsoft.com/office/drawing/2014/main" id="{7224BB57-53F2-314C-914C-695749354E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1" b="19099"/>
          <a:stretch/>
        </p:blipFill>
        <p:spPr bwMode="auto">
          <a:xfrm>
            <a:off x="558670" y="8275278"/>
            <a:ext cx="2166102" cy="104608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12" descr="어버이날 특별한요리/미나리강회">
            <a:extLst>
              <a:ext uri="{FF2B5EF4-FFF2-40B4-BE49-F238E27FC236}">
                <a16:creationId xmlns:a16="http://schemas.microsoft.com/office/drawing/2014/main" id="{3939EB3D-D5BE-B6FA-58C7-69CFE295DE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5" t="16851" r="4004" b="23671"/>
          <a:stretch/>
        </p:blipFill>
        <p:spPr bwMode="auto">
          <a:xfrm>
            <a:off x="2842149" y="8287082"/>
            <a:ext cx="2142777" cy="10162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그림 3078">
            <a:extLst>
              <a:ext uri="{FF2B5EF4-FFF2-40B4-BE49-F238E27FC236}">
                <a16:creationId xmlns:a16="http://schemas.microsoft.com/office/drawing/2014/main" id="{B1F3656A-04A1-F13F-01D3-6D5613F0A1D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7003"/>
          <a:stretch/>
        </p:blipFill>
        <p:spPr>
          <a:xfrm>
            <a:off x="5092399" y="8301281"/>
            <a:ext cx="2106917" cy="1006071"/>
          </a:xfrm>
          <a:prstGeom prst="rect">
            <a:avLst/>
          </a:prstGeom>
        </p:spPr>
      </p:pic>
      <p:sp>
        <p:nvSpPr>
          <p:cNvPr id="3080" name="타원 3079">
            <a:extLst>
              <a:ext uri="{FF2B5EF4-FFF2-40B4-BE49-F238E27FC236}">
                <a16:creationId xmlns:a16="http://schemas.microsoft.com/office/drawing/2014/main" id="{E362A660-7BB6-EEEC-629D-56E2B4A26CEF}"/>
              </a:ext>
            </a:extLst>
          </p:cNvPr>
          <p:cNvSpPr/>
          <p:nvPr/>
        </p:nvSpPr>
        <p:spPr>
          <a:xfrm>
            <a:off x="1852814" y="3540585"/>
            <a:ext cx="289997" cy="289997"/>
          </a:xfrm>
          <a:prstGeom prst="ellipse">
            <a:avLst/>
          </a:prstGeom>
          <a:solidFill>
            <a:schemeClr val="tx1">
              <a:lumMod val="75000"/>
              <a:lumOff val="2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pic>
        <p:nvPicPr>
          <p:cNvPr id="3081" name="그림 3080">
            <a:extLst>
              <a:ext uri="{FF2B5EF4-FFF2-40B4-BE49-F238E27FC236}">
                <a16:creationId xmlns:a16="http://schemas.microsoft.com/office/drawing/2014/main" id="{2D7C7B06-35A3-2BFA-F8BC-D464395C2CAF}"/>
              </a:ext>
            </a:extLst>
          </p:cNvPr>
          <p:cNvPicPr>
            <a:picLocks noChangeAspect="1"/>
          </p:cNvPicPr>
          <p:nvPr/>
        </p:nvPicPr>
        <p:blipFill>
          <a:blip r:embed="rId19">
            <a:lum bright="70000" contrast="-70000"/>
          </a:blip>
          <a:stretch>
            <a:fillRect/>
          </a:stretch>
        </p:blipFill>
        <p:spPr>
          <a:xfrm>
            <a:off x="1903669" y="3630918"/>
            <a:ext cx="188287" cy="136037"/>
          </a:xfrm>
          <a:prstGeom prst="rect">
            <a:avLst/>
          </a:prstGeom>
        </p:spPr>
      </p:pic>
      <p:grpSp>
        <p:nvGrpSpPr>
          <p:cNvPr id="3082" name="그룹 3081">
            <a:extLst>
              <a:ext uri="{FF2B5EF4-FFF2-40B4-BE49-F238E27FC236}">
                <a16:creationId xmlns:a16="http://schemas.microsoft.com/office/drawing/2014/main" id="{3D7DD6E9-7FAA-0684-ECEE-473EA0B195B0}"/>
              </a:ext>
            </a:extLst>
          </p:cNvPr>
          <p:cNvGrpSpPr/>
          <p:nvPr/>
        </p:nvGrpSpPr>
        <p:grpSpPr>
          <a:xfrm>
            <a:off x="4410001" y="3562325"/>
            <a:ext cx="242037" cy="249666"/>
            <a:chOff x="3474331" y="2985865"/>
            <a:chExt cx="230207" cy="230207"/>
          </a:xfrm>
        </p:grpSpPr>
        <p:sp>
          <p:nvSpPr>
            <p:cNvPr id="3083" name="타원 3082">
              <a:extLst>
                <a:ext uri="{FF2B5EF4-FFF2-40B4-BE49-F238E27FC236}">
                  <a16:creationId xmlns:a16="http://schemas.microsoft.com/office/drawing/2014/main" id="{89145335-0D6B-3509-9964-8E0DC969A2A1}"/>
                </a:ext>
              </a:extLst>
            </p:cNvPr>
            <p:cNvSpPr/>
            <p:nvPr/>
          </p:nvSpPr>
          <p:spPr>
            <a:xfrm>
              <a:off x="3474331" y="2985865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3084" name="그림 3083">
              <a:extLst>
                <a:ext uri="{FF2B5EF4-FFF2-40B4-BE49-F238E27FC236}">
                  <a16:creationId xmlns:a16="http://schemas.microsoft.com/office/drawing/2014/main" id="{6F60113D-5B8A-4173-10F8-DFCEB8E31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lum bright="70000" contrast="-70000"/>
            </a:blip>
            <a:stretch>
              <a:fillRect/>
            </a:stretch>
          </p:blipFill>
          <p:spPr>
            <a:xfrm>
              <a:off x="3514701" y="3057575"/>
              <a:ext cx="149467" cy="107990"/>
            </a:xfrm>
            <a:prstGeom prst="rect">
              <a:avLst/>
            </a:prstGeom>
          </p:spPr>
        </p:pic>
      </p:grpSp>
      <p:sp>
        <p:nvSpPr>
          <p:cNvPr id="3089" name="사각형: 둥근 모서리 3088">
            <a:extLst>
              <a:ext uri="{FF2B5EF4-FFF2-40B4-BE49-F238E27FC236}">
                <a16:creationId xmlns:a16="http://schemas.microsoft.com/office/drawing/2014/main" id="{05E8F2D2-D146-2802-0B6C-9F9343B0ADEB}"/>
              </a:ext>
            </a:extLst>
          </p:cNvPr>
          <p:cNvSpPr/>
          <p:nvPr/>
        </p:nvSpPr>
        <p:spPr>
          <a:xfrm>
            <a:off x="5478124" y="2405744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기간선택 ∨</a:t>
            </a:r>
          </a:p>
        </p:txBody>
      </p:sp>
      <p:grpSp>
        <p:nvGrpSpPr>
          <p:cNvPr id="3100" name="그룹 3099">
            <a:extLst>
              <a:ext uri="{FF2B5EF4-FFF2-40B4-BE49-F238E27FC236}">
                <a16:creationId xmlns:a16="http://schemas.microsoft.com/office/drawing/2014/main" id="{B26EBA1A-C8F0-43D8-FBAC-89D210CB56C6}"/>
              </a:ext>
            </a:extLst>
          </p:cNvPr>
          <p:cNvGrpSpPr/>
          <p:nvPr/>
        </p:nvGrpSpPr>
        <p:grpSpPr>
          <a:xfrm>
            <a:off x="3757807" y="2655763"/>
            <a:ext cx="3366745" cy="2443890"/>
            <a:chOff x="-2260323" y="1645920"/>
            <a:chExt cx="3366745" cy="2443890"/>
          </a:xfrm>
        </p:grpSpPr>
        <p:sp>
          <p:nvSpPr>
            <p:cNvPr id="3090" name="사각형: 둥근 모서리 3089">
              <a:extLst>
                <a:ext uri="{FF2B5EF4-FFF2-40B4-BE49-F238E27FC236}">
                  <a16:creationId xmlns:a16="http://schemas.microsoft.com/office/drawing/2014/main" id="{E6ECAAF0-57D0-BD40-7A76-92345A7FD669}"/>
                </a:ext>
              </a:extLst>
            </p:cNvPr>
            <p:cNvSpPr/>
            <p:nvPr/>
          </p:nvSpPr>
          <p:spPr>
            <a:xfrm>
              <a:off x="-2260323" y="1645920"/>
              <a:ext cx="2454255" cy="1510373"/>
            </a:xfrm>
            <a:prstGeom prst="roundRect">
              <a:avLst>
                <a:gd name="adj" fmla="val 2707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 dirty="0"/>
            </a:p>
          </p:txBody>
        </p:sp>
        <p:pic>
          <p:nvPicPr>
            <p:cNvPr id="3091" name="Picture 2" descr="Datepicker Jquery 다중달력 등 다양한 옵션 : 네이버 블로그">
              <a:extLst>
                <a:ext uri="{FF2B5EF4-FFF2-40B4-BE49-F238E27FC236}">
                  <a16:creationId xmlns:a16="http://schemas.microsoft.com/office/drawing/2014/main" id="{FF0A29AD-9127-DC08-A84B-CB54B9D405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1" r="3592" b="1883"/>
            <a:stretch/>
          </p:blipFill>
          <p:spPr bwMode="auto">
            <a:xfrm>
              <a:off x="-1047658" y="2301998"/>
              <a:ext cx="2154080" cy="178781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092" name="사각형: 둥근 모서리 3091">
              <a:extLst>
                <a:ext uri="{FF2B5EF4-FFF2-40B4-BE49-F238E27FC236}">
                  <a16:creationId xmlns:a16="http://schemas.microsoft.com/office/drawing/2014/main" id="{FA115C9B-D782-6ED8-ADD1-EFC72E3B44AD}"/>
                </a:ext>
              </a:extLst>
            </p:cNvPr>
            <p:cNvSpPr/>
            <p:nvPr/>
          </p:nvSpPr>
          <p:spPr>
            <a:xfrm>
              <a:off x="-2106449" y="2041343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오늘</a:t>
              </a:r>
            </a:p>
          </p:txBody>
        </p:sp>
        <p:sp>
          <p:nvSpPr>
            <p:cNvPr id="3093" name="사각형: 둥근 모서리 3092">
              <a:extLst>
                <a:ext uri="{FF2B5EF4-FFF2-40B4-BE49-F238E27FC236}">
                  <a16:creationId xmlns:a16="http://schemas.microsoft.com/office/drawing/2014/main" id="{92022A5F-794F-C7A8-2285-18CF5F29CF19}"/>
                </a:ext>
              </a:extLst>
            </p:cNvPr>
            <p:cNvSpPr/>
            <p:nvPr/>
          </p:nvSpPr>
          <p:spPr>
            <a:xfrm>
              <a:off x="-1593006" y="2041343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이번주</a:t>
              </a:r>
            </a:p>
          </p:txBody>
        </p:sp>
        <p:sp>
          <p:nvSpPr>
            <p:cNvPr id="3094" name="사각형: 둥근 모서리 3093">
              <a:extLst>
                <a:ext uri="{FF2B5EF4-FFF2-40B4-BE49-F238E27FC236}">
                  <a16:creationId xmlns:a16="http://schemas.microsoft.com/office/drawing/2014/main" id="{32256633-0EE2-CEFD-7A3A-24E2552CE7CE}"/>
                </a:ext>
              </a:extLst>
            </p:cNvPr>
            <p:cNvSpPr/>
            <p:nvPr/>
          </p:nvSpPr>
          <p:spPr>
            <a:xfrm>
              <a:off x="-1079562" y="2041343"/>
              <a:ext cx="463376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이번달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095" name="사각형: 둥근 모서리 3094">
              <a:extLst>
                <a:ext uri="{FF2B5EF4-FFF2-40B4-BE49-F238E27FC236}">
                  <a16:creationId xmlns:a16="http://schemas.microsoft.com/office/drawing/2014/main" id="{D33E336B-0C2F-384D-247C-E4FD5A06706E}"/>
                </a:ext>
              </a:extLst>
            </p:cNvPr>
            <p:cNvSpPr/>
            <p:nvPr/>
          </p:nvSpPr>
          <p:spPr>
            <a:xfrm>
              <a:off x="-571079" y="2041343"/>
              <a:ext cx="673491" cy="2211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82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직접선택 </a:t>
              </a:r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∨</a:t>
              </a:r>
              <a:endPara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096" name="TextBox 3095">
              <a:extLst>
                <a:ext uri="{FF2B5EF4-FFF2-40B4-BE49-F238E27FC236}">
                  <a16:creationId xmlns:a16="http://schemas.microsoft.com/office/drawing/2014/main" id="{3C07BD12-CBA5-077A-DC0A-D1007EF0700C}"/>
                </a:ext>
              </a:extLst>
            </p:cNvPr>
            <p:cNvSpPr txBox="1"/>
            <p:nvPr/>
          </p:nvSpPr>
          <p:spPr>
            <a:xfrm>
              <a:off x="-1901210" y="1690485"/>
              <a:ext cx="182501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기간을 선택해주세요</a:t>
              </a:r>
            </a:p>
          </p:txBody>
        </p:sp>
        <p:cxnSp>
          <p:nvCxnSpPr>
            <p:cNvPr id="3097" name="직선 연결선 3096">
              <a:extLst>
                <a:ext uri="{FF2B5EF4-FFF2-40B4-BE49-F238E27FC236}">
                  <a16:creationId xmlns:a16="http://schemas.microsoft.com/office/drawing/2014/main" id="{535B332A-FA1B-A0E1-958D-64F34251B44F}"/>
                </a:ext>
              </a:extLst>
            </p:cNvPr>
            <p:cNvCxnSpPr>
              <a:cxnSpLocks/>
            </p:cNvCxnSpPr>
            <p:nvPr/>
          </p:nvCxnSpPr>
          <p:spPr>
            <a:xfrm>
              <a:off x="-2127250" y="1982363"/>
              <a:ext cx="222966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03" name="그룹 3102">
            <a:extLst>
              <a:ext uri="{FF2B5EF4-FFF2-40B4-BE49-F238E27FC236}">
                <a16:creationId xmlns:a16="http://schemas.microsoft.com/office/drawing/2014/main" id="{3DAE76A9-0274-8588-A611-7D4A05C5A752}"/>
              </a:ext>
            </a:extLst>
          </p:cNvPr>
          <p:cNvGrpSpPr/>
          <p:nvPr/>
        </p:nvGrpSpPr>
        <p:grpSpPr>
          <a:xfrm>
            <a:off x="6241841" y="2407186"/>
            <a:ext cx="695316" cy="204074"/>
            <a:chOff x="5990182" y="1947858"/>
            <a:chExt cx="695316" cy="204074"/>
          </a:xfrm>
        </p:grpSpPr>
        <p:sp>
          <p:nvSpPr>
            <p:cNvPr id="3104" name="사각형: 둥근 모서리 3103">
              <a:extLst>
                <a:ext uri="{FF2B5EF4-FFF2-40B4-BE49-F238E27FC236}">
                  <a16:creationId xmlns:a16="http://schemas.microsoft.com/office/drawing/2014/main" id="{758A5AA1-264F-770D-E172-0C275E43B182}"/>
                </a:ext>
              </a:extLst>
            </p:cNvPr>
            <p:cNvSpPr/>
            <p:nvPr/>
          </p:nvSpPr>
          <p:spPr>
            <a:xfrm>
              <a:off x="5990182" y="1947858"/>
              <a:ext cx="695316" cy="20407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     필터</a:t>
              </a:r>
            </a:p>
          </p:txBody>
        </p:sp>
        <p:pic>
          <p:nvPicPr>
            <p:cNvPr id="3105" name="Picture 2" descr="필터 - 무료 편집 도구개 아이콘">
              <a:extLst>
                <a:ext uri="{FF2B5EF4-FFF2-40B4-BE49-F238E27FC236}">
                  <a16:creationId xmlns:a16="http://schemas.microsoft.com/office/drawing/2014/main" id="{DC345318-6A77-2AF5-C353-11C2E22207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3499" y="2005632"/>
              <a:ext cx="90829" cy="97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06" name="그룹 3105">
            <a:extLst>
              <a:ext uri="{FF2B5EF4-FFF2-40B4-BE49-F238E27FC236}">
                <a16:creationId xmlns:a16="http://schemas.microsoft.com/office/drawing/2014/main" id="{E57497DA-CC21-2385-D447-0E645E1338AD}"/>
              </a:ext>
            </a:extLst>
          </p:cNvPr>
          <p:cNvGrpSpPr/>
          <p:nvPr/>
        </p:nvGrpSpPr>
        <p:grpSpPr>
          <a:xfrm>
            <a:off x="6644614" y="5428854"/>
            <a:ext cx="117978" cy="65609"/>
            <a:chOff x="4773621" y="1614488"/>
            <a:chExt cx="128101" cy="80962"/>
          </a:xfrm>
        </p:grpSpPr>
        <p:cxnSp>
          <p:nvCxnSpPr>
            <p:cNvPr id="3107" name="직선 연결선 3106">
              <a:extLst>
                <a:ext uri="{FF2B5EF4-FFF2-40B4-BE49-F238E27FC236}">
                  <a16:creationId xmlns:a16="http://schemas.microsoft.com/office/drawing/2014/main" id="{B31421A2-CD52-1B78-75C6-08D88C5627EE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14488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8" name="직선 연결선 3107">
              <a:extLst>
                <a:ext uri="{FF2B5EF4-FFF2-40B4-BE49-F238E27FC236}">
                  <a16:creationId xmlns:a16="http://schemas.microsoft.com/office/drawing/2014/main" id="{FFB43F70-E6D1-24E5-E8AE-D1900E92316A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56289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9" name="직선 연결선 3108">
              <a:extLst>
                <a:ext uri="{FF2B5EF4-FFF2-40B4-BE49-F238E27FC236}">
                  <a16:creationId xmlns:a16="http://schemas.microsoft.com/office/drawing/2014/main" id="{0EA96A5A-AE44-6474-0A80-085513B3F9CF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95450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10" name="사각형: 둥근 모서리 3109">
            <a:extLst>
              <a:ext uri="{FF2B5EF4-FFF2-40B4-BE49-F238E27FC236}">
                <a16:creationId xmlns:a16="http://schemas.microsoft.com/office/drawing/2014/main" id="{7FD75561-0A6D-49A7-8627-D0DB0CE27EE7}"/>
              </a:ext>
            </a:extLst>
          </p:cNvPr>
          <p:cNvSpPr/>
          <p:nvPr/>
        </p:nvSpPr>
        <p:spPr>
          <a:xfrm>
            <a:off x="5478124" y="5358809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기간선택 ∨</a:t>
            </a:r>
          </a:p>
        </p:txBody>
      </p:sp>
      <p:grpSp>
        <p:nvGrpSpPr>
          <p:cNvPr id="3111" name="그룹 3110">
            <a:extLst>
              <a:ext uri="{FF2B5EF4-FFF2-40B4-BE49-F238E27FC236}">
                <a16:creationId xmlns:a16="http://schemas.microsoft.com/office/drawing/2014/main" id="{17BCBFA8-40A7-49D8-B3A7-7E3B734BF4E3}"/>
              </a:ext>
            </a:extLst>
          </p:cNvPr>
          <p:cNvGrpSpPr/>
          <p:nvPr/>
        </p:nvGrpSpPr>
        <p:grpSpPr>
          <a:xfrm>
            <a:off x="6241841" y="5360251"/>
            <a:ext cx="695316" cy="204074"/>
            <a:chOff x="5990182" y="1947858"/>
            <a:chExt cx="695316" cy="204074"/>
          </a:xfrm>
        </p:grpSpPr>
        <p:sp>
          <p:nvSpPr>
            <p:cNvPr id="3112" name="사각형: 둥근 모서리 3111">
              <a:extLst>
                <a:ext uri="{FF2B5EF4-FFF2-40B4-BE49-F238E27FC236}">
                  <a16:creationId xmlns:a16="http://schemas.microsoft.com/office/drawing/2014/main" id="{3BB11FCB-F60F-3C22-B0FF-A8C55FD22050}"/>
                </a:ext>
              </a:extLst>
            </p:cNvPr>
            <p:cNvSpPr/>
            <p:nvPr/>
          </p:nvSpPr>
          <p:spPr>
            <a:xfrm>
              <a:off x="5990182" y="1947858"/>
              <a:ext cx="695316" cy="20407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     필터</a:t>
              </a:r>
            </a:p>
          </p:txBody>
        </p:sp>
        <p:pic>
          <p:nvPicPr>
            <p:cNvPr id="3113" name="Picture 2" descr="필터 - 무료 편집 도구개 아이콘">
              <a:extLst>
                <a:ext uri="{FF2B5EF4-FFF2-40B4-BE49-F238E27FC236}">
                  <a16:creationId xmlns:a16="http://schemas.microsoft.com/office/drawing/2014/main" id="{4B044A3A-8050-55DA-74E2-0B17A8135C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3499" y="2005632"/>
              <a:ext cx="90829" cy="97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14" name="그룹 3113">
            <a:extLst>
              <a:ext uri="{FF2B5EF4-FFF2-40B4-BE49-F238E27FC236}">
                <a16:creationId xmlns:a16="http://schemas.microsoft.com/office/drawing/2014/main" id="{D6666A8C-76D3-B56C-D789-0AE04020BABE}"/>
              </a:ext>
            </a:extLst>
          </p:cNvPr>
          <p:cNvGrpSpPr/>
          <p:nvPr/>
        </p:nvGrpSpPr>
        <p:grpSpPr>
          <a:xfrm>
            <a:off x="6633558" y="7947629"/>
            <a:ext cx="117978" cy="65609"/>
            <a:chOff x="4773621" y="1614488"/>
            <a:chExt cx="128101" cy="80962"/>
          </a:xfrm>
        </p:grpSpPr>
        <p:cxnSp>
          <p:nvCxnSpPr>
            <p:cNvPr id="3115" name="직선 연결선 3114">
              <a:extLst>
                <a:ext uri="{FF2B5EF4-FFF2-40B4-BE49-F238E27FC236}">
                  <a16:creationId xmlns:a16="http://schemas.microsoft.com/office/drawing/2014/main" id="{D2588B54-6860-072A-1E56-2A1C1CDA7B57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14488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6" name="직선 연결선 3115">
              <a:extLst>
                <a:ext uri="{FF2B5EF4-FFF2-40B4-BE49-F238E27FC236}">
                  <a16:creationId xmlns:a16="http://schemas.microsoft.com/office/drawing/2014/main" id="{1D2A7C43-16DF-DD11-62DB-3CAE4D6713A6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56289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7" name="직선 연결선 3116">
              <a:extLst>
                <a:ext uri="{FF2B5EF4-FFF2-40B4-BE49-F238E27FC236}">
                  <a16:creationId xmlns:a16="http://schemas.microsoft.com/office/drawing/2014/main" id="{1B62DDAB-373C-28CA-C664-B9D4AB7165A0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21" y="1695450"/>
              <a:ext cx="128101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18" name="사각형: 둥근 모서리 3117">
            <a:extLst>
              <a:ext uri="{FF2B5EF4-FFF2-40B4-BE49-F238E27FC236}">
                <a16:creationId xmlns:a16="http://schemas.microsoft.com/office/drawing/2014/main" id="{D3EBE2B9-658A-5E2A-06F4-0B9896DD1932}"/>
              </a:ext>
            </a:extLst>
          </p:cNvPr>
          <p:cNvSpPr/>
          <p:nvPr/>
        </p:nvSpPr>
        <p:spPr>
          <a:xfrm>
            <a:off x="5467068" y="7877584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기간선택 ∨</a:t>
            </a:r>
          </a:p>
        </p:txBody>
      </p:sp>
      <p:grpSp>
        <p:nvGrpSpPr>
          <p:cNvPr id="3119" name="그룹 3118">
            <a:extLst>
              <a:ext uri="{FF2B5EF4-FFF2-40B4-BE49-F238E27FC236}">
                <a16:creationId xmlns:a16="http://schemas.microsoft.com/office/drawing/2014/main" id="{96AEBB93-B4F9-AE44-08CF-26C1244D0414}"/>
              </a:ext>
            </a:extLst>
          </p:cNvPr>
          <p:cNvGrpSpPr/>
          <p:nvPr/>
        </p:nvGrpSpPr>
        <p:grpSpPr>
          <a:xfrm>
            <a:off x="6230785" y="7879026"/>
            <a:ext cx="695316" cy="204074"/>
            <a:chOff x="5990182" y="1947858"/>
            <a:chExt cx="695316" cy="204074"/>
          </a:xfrm>
        </p:grpSpPr>
        <p:sp>
          <p:nvSpPr>
            <p:cNvPr id="3120" name="사각형: 둥근 모서리 3119">
              <a:extLst>
                <a:ext uri="{FF2B5EF4-FFF2-40B4-BE49-F238E27FC236}">
                  <a16:creationId xmlns:a16="http://schemas.microsoft.com/office/drawing/2014/main" id="{63267318-767D-CEF9-7469-E22E9738CB37}"/>
                </a:ext>
              </a:extLst>
            </p:cNvPr>
            <p:cNvSpPr/>
            <p:nvPr/>
          </p:nvSpPr>
          <p:spPr>
            <a:xfrm>
              <a:off x="5990182" y="1947858"/>
              <a:ext cx="695316" cy="20407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ko-KR" altLang="en-US" sz="882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 Medium" panose="00000600000000000000" pitchFamily="2" charset="-127"/>
                </a:rPr>
                <a:t>     필터</a:t>
              </a:r>
            </a:p>
          </p:txBody>
        </p:sp>
        <p:pic>
          <p:nvPicPr>
            <p:cNvPr id="3121" name="Picture 2" descr="필터 - 무료 편집 도구개 아이콘">
              <a:extLst>
                <a:ext uri="{FF2B5EF4-FFF2-40B4-BE49-F238E27FC236}">
                  <a16:creationId xmlns:a16="http://schemas.microsoft.com/office/drawing/2014/main" id="{DA9AEB43-3566-978B-868A-9AA37DA1BC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3499" y="2005632"/>
              <a:ext cx="90829" cy="97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785315D-6337-55A6-5E2D-598F27E92570}"/>
              </a:ext>
            </a:extLst>
          </p:cNvPr>
          <p:cNvSpPr txBox="1"/>
          <p:nvPr/>
        </p:nvSpPr>
        <p:spPr>
          <a:xfrm>
            <a:off x="5075208" y="2106873"/>
            <a:ext cx="299879" cy="492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1AA31-2E4A-4555-C6CB-67381C0D9692}"/>
              </a:ext>
            </a:extLst>
          </p:cNvPr>
          <p:cNvSpPr txBox="1"/>
          <p:nvPr/>
        </p:nvSpPr>
        <p:spPr>
          <a:xfrm>
            <a:off x="-1" y="16351339"/>
            <a:ext cx="71993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400" dirty="0"/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기간선택 기능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인기 레시피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재료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테마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모두 기간선택이 가능한데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기간선택 버튼을 누르면 팝업창이 뜨고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오늘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이번주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이번달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선택할수도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있고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직접입력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＇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선택하면 또 팝업창이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뜨면서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date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의 검색창을 클릭하면 달력이 밑에 뜨게 되는데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날짜를 마우스로 선택하거나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직접 내가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yyyy.mm.dd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형식으로 키보드로 입력하거나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둘다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가능하게 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이전에 날짜 선택하던 형식과 동일한 형태로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36C6E-C316-76F0-5CD6-3AB661663B89}"/>
              </a:ext>
            </a:extLst>
          </p:cNvPr>
          <p:cNvSpPr txBox="1"/>
          <p:nvPr/>
        </p:nvSpPr>
        <p:spPr>
          <a:xfrm>
            <a:off x="-118714" y="-643623"/>
            <a:ext cx="7903814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탭 내 기간 선택 기능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DECBB4A-AD1D-4120-64C1-4B8C85763E0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17677" y="-101126"/>
            <a:ext cx="7216989" cy="1563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13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47BB-7074-A597-6053-500C7C06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1" name="직사각형 4210">
            <a:extLst>
              <a:ext uri="{FF2B5EF4-FFF2-40B4-BE49-F238E27FC236}">
                <a16:creationId xmlns:a16="http://schemas.microsoft.com/office/drawing/2014/main" id="{539D7262-11C4-25A2-076F-3892CF0C8D45}"/>
              </a:ext>
            </a:extLst>
          </p:cNvPr>
          <p:cNvSpPr/>
          <p:nvPr/>
        </p:nvSpPr>
        <p:spPr>
          <a:xfrm>
            <a:off x="10471354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6A5B73-FBAE-7EFD-C919-AC4C54B717C7}"/>
              </a:ext>
            </a:extLst>
          </p:cNvPr>
          <p:cNvSpPr/>
          <p:nvPr/>
        </p:nvSpPr>
        <p:spPr>
          <a:xfrm>
            <a:off x="10459614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09A5FA32-C70E-48B0-DC50-994FD9B82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7796" y="14594658"/>
            <a:ext cx="430038" cy="4733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1215214-1465-FD0C-3B5D-9C7201460B9F}"/>
              </a:ext>
            </a:extLst>
          </p:cNvPr>
          <p:cNvSpPr txBox="1"/>
          <p:nvPr/>
        </p:nvSpPr>
        <p:spPr>
          <a:xfrm>
            <a:off x="10573768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4127" name="TextBox 4126">
            <a:extLst>
              <a:ext uri="{FF2B5EF4-FFF2-40B4-BE49-F238E27FC236}">
                <a16:creationId xmlns:a16="http://schemas.microsoft.com/office/drawing/2014/main" id="{7249B13D-C264-C681-AA6A-C240D71CFC47}"/>
              </a:ext>
            </a:extLst>
          </p:cNvPr>
          <p:cNvSpPr txBox="1"/>
          <p:nvPr/>
        </p:nvSpPr>
        <p:spPr>
          <a:xfrm>
            <a:off x="16184531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sp>
        <p:nvSpPr>
          <p:cNvPr id="4128" name="TextBox 4127">
            <a:extLst>
              <a:ext uri="{FF2B5EF4-FFF2-40B4-BE49-F238E27FC236}">
                <a16:creationId xmlns:a16="http://schemas.microsoft.com/office/drawing/2014/main" id="{591372FA-7CA7-C71D-B226-55ED99997332}"/>
              </a:ext>
            </a:extLst>
          </p:cNvPr>
          <p:cNvSpPr txBox="1"/>
          <p:nvPr/>
        </p:nvSpPr>
        <p:spPr>
          <a:xfrm>
            <a:off x="14182871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4144" name="그림 4143">
            <a:extLst>
              <a:ext uri="{FF2B5EF4-FFF2-40B4-BE49-F238E27FC236}">
                <a16:creationId xmlns:a16="http://schemas.microsoft.com/office/drawing/2014/main" id="{D39FF0B2-4F55-AAE8-B422-627AF2D68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516" y="14567438"/>
            <a:ext cx="299565" cy="528732"/>
          </a:xfrm>
          <a:prstGeom prst="rect">
            <a:avLst/>
          </a:prstGeom>
        </p:spPr>
      </p:pic>
      <p:pic>
        <p:nvPicPr>
          <p:cNvPr id="4154" name="그림 4153">
            <a:extLst>
              <a:ext uri="{FF2B5EF4-FFF2-40B4-BE49-F238E27FC236}">
                <a16:creationId xmlns:a16="http://schemas.microsoft.com/office/drawing/2014/main" id="{76F3761F-FC01-D78A-2667-F81218ACE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3585" y="722289"/>
            <a:ext cx="324772" cy="333416"/>
          </a:xfrm>
          <a:prstGeom prst="rect">
            <a:avLst/>
          </a:prstGeom>
        </p:spPr>
      </p:pic>
      <p:pic>
        <p:nvPicPr>
          <p:cNvPr id="4155" name="그림 4154">
            <a:extLst>
              <a:ext uri="{FF2B5EF4-FFF2-40B4-BE49-F238E27FC236}">
                <a16:creationId xmlns:a16="http://schemas.microsoft.com/office/drawing/2014/main" id="{FEBB9C60-E77C-F09E-C322-2409C36908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736" y="705298"/>
            <a:ext cx="1006249" cy="367398"/>
          </a:xfrm>
          <a:prstGeom prst="rect">
            <a:avLst/>
          </a:prstGeom>
        </p:spPr>
      </p:pic>
      <p:sp>
        <p:nvSpPr>
          <p:cNvPr id="4156" name="TextBox 4155">
            <a:extLst>
              <a:ext uri="{FF2B5EF4-FFF2-40B4-BE49-F238E27FC236}">
                <a16:creationId xmlns:a16="http://schemas.microsoft.com/office/drawing/2014/main" id="{1774248C-24D1-3DEE-D027-979544504686}"/>
              </a:ext>
            </a:extLst>
          </p:cNvPr>
          <p:cNvSpPr txBox="1"/>
          <p:nvPr/>
        </p:nvSpPr>
        <p:spPr>
          <a:xfrm>
            <a:off x="11321389" y="1494365"/>
            <a:ext cx="547576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 요리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부터 테마 추천까지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B85C875-5995-549B-DBDE-80258C1FBB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9099" y="14658116"/>
            <a:ext cx="555464" cy="3464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5606F7-0598-26C1-47CF-F860DF0EB9BB}"/>
              </a:ext>
            </a:extLst>
          </p:cNvPr>
          <p:cNvSpPr txBox="1"/>
          <p:nvPr/>
        </p:nvSpPr>
        <p:spPr>
          <a:xfrm>
            <a:off x="12205130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E97A7D6-3DE3-9EA9-07D3-FBEECCD00D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5895" y="14579355"/>
            <a:ext cx="449450" cy="503205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C3B8985-C633-7E64-99CD-FFD3FC062434}"/>
              </a:ext>
            </a:extLst>
          </p:cNvPr>
          <p:cNvSpPr/>
          <p:nvPr/>
        </p:nvSpPr>
        <p:spPr>
          <a:xfrm>
            <a:off x="10734708" y="3013485"/>
            <a:ext cx="6707827" cy="2087464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E3241-BCF0-EF09-8B49-CEA22127B8FF}"/>
              </a:ext>
            </a:extLst>
          </p:cNvPr>
          <p:cNvSpPr txBox="1"/>
          <p:nvPr/>
        </p:nvSpPr>
        <p:spPr>
          <a:xfrm>
            <a:off x="11895380" y="3127827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바삭한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두릅전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부치는 법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방풍나물 데치는 법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2C6B0082-E945-E249-0F24-13BE9297C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6308231" y="3196026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8B611F-C2FD-1002-331B-326764D443D6}"/>
              </a:ext>
            </a:extLst>
          </p:cNvPr>
          <p:cNvSpPr/>
          <p:nvPr/>
        </p:nvSpPr>
        <p:spPr>
          <a:xfrm>
            <a:off x="10902074" y="4101691"/>
            <a:ext cx="871892" cy="79505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F24B5-EF9E-7855-FCDB-0625F51668A8}"/>
              </a:ext>
            </a:extLst>
          </p:cNvPr>
          <p:cNvSpPr txBox="1"/>
          <p:nvPr/>
        </p:nvSpPr>
        <p:spPr>
          <a:xfrm>
            <a:off x="16390135" y="3127826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25-03-08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45CAD-093F-9B3D-58BB-E50655D57C4C}"/>
              </a:ext>
            </a:extLst>
          </p:cNvPr>
          <p:cNvSpPr txBox="1"/>
          <p:nvPr/>
        </p:nvSpPr>
        <p:spPr>
          <a:xfrm>
            <a:off x="11877282" y="3472224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None/>
            </a:pP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 / 5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월은 두릅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방풍나물철이예요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집밭에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두릅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방풍나물을 키우는데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마침 새싹이 올라온 걸 보고 두릅으로 전을 부치고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방풍나물은 데쳐서  초고추장이랑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먹어야겠다는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생각이 들었어요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F3B04AD-DCBC-9211-96B9-492B0BA42ABC}"/>
              </a:ext>
            </a:extLst>
          </p:cNvPr>
          <p:cNvSpPr/>
          <p:nvPr/>
        </p:nvSpPr>
        <p:spPr>
          <a:xfrm>
            <a:off x="11914613" y="409763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ED3D429-BE58-F570-E26B-3E9AF5232A34}"/>
              </a:ext>
            </a:extLst>
          </p:cNvPr>
          <p:cNvSpPr/>
          <p:nvPr/>
        </p:nvSpPr>
        <p:spPr>
          <a:xfrm>
            <a:off x="11914613" y="4393640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8C50776-8275-1E53-DDE2-A8561584222B}"/>
              </a:ext>
            </a:extLst>
          </p:cNvPr>
          <p:cNvSpPr/>
          <p:nvPr/>
        </p:nvSpPr>
        <p:spPr>
          <a:xfrm>
            <a:off x="12968345" y="439081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5F2A03E-2057-C65C-F3FD-EE4B26AF3223}"/>
              </a:ext>
            </a:extLst>
          </p:cNvPr>
          <p:cNvSpPr/>
          <p:nvPr/>
        </p:nvSpPr>
        <p:spPr>
          <a:xfrm>
            <a:off x="12968345" y="409940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방풍나물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E8159F6-83FF-70E0-8A56-77203AA3992D}"/>
              </a:ext>
            </a:extLst>
          </p:cNvPr>
          <p:cNvSpPr/>
          <p:nvPr/>
        </p:nvSpPr>
        <p:spPr>
          <a:xfrm>
            <a:off x="13470694" y="409940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소금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E109D3D-7432-2F4C-981B-96FCF0006174}"/>
              </a:ext>
            </a:extLst>
          </p:cNvPr>
          <p:cNvSpPr/>
          <p:nvPr/>
        </p:nvSpPr>
        <p:spPr>
          <a:xfrm>
            <a:off x="13973044" y="409940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초장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A0FB65D-9695-84D6-2704-2771E6561E98}"/>
              </a:ext>
            </a:extLst>
          </p:cNvPr>
          <p:cNvSpPr/>
          <p:nvPr/>
        </p:nvSpPr>
        <p:spPr>
          <a:xfrm>
            <a:off x="14475393" y="409940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5767328-601E-7922-C73E-662F85D85895}"/>
              </a:ext>
            </a:extLst>
          </p:cNvPr>
          <p:cNvSpPr/>
          <p:nvPr/>
        </p:nvSpPr>
        <p:spPr>
          <a:xfrm>
            <a:off x="14977743" y="409940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매실청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0FABC4D-222B-6324-2CA9-CF212B67430E}"/>
              </a:ext>
            </a:extLst>
          </p:cNvPr>
          <p:cNvSpPr/>
          <p:nvPr/>
        </p:nvSpPr>
        <p:spPr>
          <a:xfrm>
            <a:off x="15480092" y="409940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71494AA-ED2E-EB69-57C4-C2F524BA20B7}"/>
              </a:ext>
            </a:extLst>
          </p:cNvPr>
          <p:cNvSpPr/>
          <p:nvPr/>
        </p:nvSpPr>
        <p:spPr>
          <a:xfrm>
            <a:off x="15982442" y="409940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FFC8A95-1654-0EC2-E879-C084E365178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11920"/>
          <a:stretch/>
        </p:blipFill>
        <p:spPr>
          <a:xfrm flipH="1">
            <a:off x="17140384" y="3489401"/>
            <a:ext cx="116844" cy="547211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4947F41-3572-A38C-FDFC-153C774485A6}"/>
              </a:ext>
            </a:extLst>
          </p:cNvPr>
          <p:cNvSpPr/>
          <p:nvPr/>
        </p:nvSpPr>
        <p:spPr>
          <a:xfrm>
            <a:off x="10734708" y="5209260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C017BD-B1CC-21C6-44EA-650030A1384A}"/>
              </a:ext>
            </a:extLst>
          </p:cNvPr>
          <p:cNvSpPr txBox="1"/>
          <p:nvPr/>
        </p:nvSpPr>
        <p:spPr>
          <a:xfrm>
            <a:off x="11895380" y="5323601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 장아찌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4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0093A875-4F29-1695-C054-3A82E7B563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6308231" y="5391801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BD77075-2490-447C-22FE-E3E7BAE09680}"/>
              </a:ext>
            </a:extLst>
          </p:cNvPr>
          <p:cNvSpPr/>
          <p:nvPr/>
        </p:nvSpPr>
        <p:spPr>
          <a:xfrm>
            <a:off x="10902074" y="6297467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84%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398430-90E2-1AF9-89AA-AD1EDF5AF508}"/>
              </a:ext>
            </a:extLst>
          </p:cNvPr>
          <p:cNvSpPr txBox="1"/>
          <p:nvPr/>
        </p:nvSpPr>
        <p:spPr>
          <a:xfrm>
            <a:off x="16390135" y="5323601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527B37-A454-FBC3-C7FF-C631D891CDFE}"/>
              </a:ext>
            </a:extLst>
          </p:cNvPr>
          <p:cNvSpPr txBox="1"/>
          <p:nvPr/>
        </p:nvSpPr>
        <p:spPr>
          <a:xfrm>
            <a:off x="11877282" y="5667999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두릅데치기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참두릅장아찌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쉽고 맛있게 만들기 안녕하세요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제제에요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봄나물의 제왕이라고 하는 두릅이 나는 계절에는 두릅으로 여러가지 요리를 해서 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먹지만 밑반찬으로는 역시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두릅장아찌만한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것이 없어요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B389CAE-9D37-47D3-1A6A-1EDB18BD81E6}"/>
              </a:ext>
            </a:extLst>
          </p:cNvPr>
          <p:cNvSpPr/>
          <p:nvPr/>
        </p:nvSpPr>
        <p:spPr>
          <a:xfrm>
            <a:off x="11914613" y="629340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F6352EC-BB48-6942-8C6D-2B015898F1A4}"/>
              </a:ext>
            </a:extLst>
          </p:cNvPr>
          <p:cNvSpPr/>
          <p:nvPr/>
        </p:nvSpPr>
        <p:spPr>
          <a:xfrm>
            <a:off x="11914613" y="658941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915BC13-CC86-525F-EA23-69BCA154F81B}"/>
              </a:ext>
            </a:extLst>
          </p:cNvPr>
          <p:cNvSpPr/>
          <p:nvPr/>
        </p:nvSpPr>
        <p:spPr>
          <a:xfrm>
            <a:off x="12968345" y="658659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837E521-401B-0983-E4F3-F897EDC13410}"/>
              </a:ext>
            </a:extLst>
          </p:cNvPr>
          <p:cNvSpPr/>
          <p:nvPr/>
        </p:nvSpPr>
        <p:spPr>
          <a:xfrm>
            <a:off x="13463384" y="658659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B47191B-82DD-4098-AE38-12FE9F1330A6}"/>
              </a:ext>
            </a:extLst>
          </p:cNvPr>
          <p:cNvSpPr/>
          <p:nvPr/>
        </p:nvSpPr>
        <p:spPr>
          <a:xfrm>
            <a:off x="12968345" y="629517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건고추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15B07A7-2D55-499C-5DA5-637DF2F4CE91}"/>
              </a:ext>
            </a:extLst>
          </p:cNvPr>
          <p:cNvSpPr/>
          <p:nvPr/>
        </p:nvSpPr>
        <p:spPr>
          <a:xfrm>
            <a:off x="13470694" y="629517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378C3B5-EE5B-ADFF-0921-6C0780199DF0}"/>
              </a:ext>
            </a:extLst>
          </p:cNvPr>
          <p:cNvSpPr/>
          <p:nvPr/>
        </p:nvSpPr>
        <p:spPr>
          <a:xfrm>
            <a:off x="13973044" y="629517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EDB89BF-C7B6-36D1-A304-24E3B7BF594A}"/>
              </a:ext>
            </a:extLst>
          </p:cNvPr>
          <p:cNvSpPr/>
          <p:nvPr/>
        </p:nvSpPr>
        <p:spPr>
          <a:xfrm>
            <a:off x="14475393" y="6295178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식초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F9D03B-9732-5F75-8D91-E25493B5CDD5}"/>
              </a:ext>
            </a:extLst>
          </p:cNvPr>
          <p:cNvSpPr txBox="1"/>
          <p:nvPr/>
        </p:nvSpPr>
        <p:spPr>
          <a:xfrm>
            <a:off x="16975683" y="6249565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5C2913E8-04E7-7BA2-206D-5513BE74168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11920"/>
          <a:stretch/>
        </p:blipFill>
        <p:spPr>
          <a:xfrm flipH="1">
            <a:off x="17140384" y="5685176"/>
            <a:ext cx="116844" cy="547211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E5F209E-2E5A-D37E-5A14-0C7AB77E7FCF}"/>
              </a:ext>
            </a:extLst>
          </p:cNvPr>
          <p:cNvSpPr/>
          <p:nvPr/>
        </p:nvSpPr>
        <p:spPr>
          <a:xfrm>
            <a:off x="10734708" y="7369958"/>
            <a:ext cx="6707827" cy="1992490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3866D6-0F6F-6193-89CF-40344068DE67}"/>
              </a:ext>
            </a:extLst>
          </p:cNvPr>
          <p:cNvSpPr txBox="1"/>
          <p:nvPr/>
        </p:nvSpPr>
        <p:spPr>
          <a:xfrm>
            <a:off x="11895380" y="7484302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두릅파스타로 향긋하게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52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726C7FE6-FFBA-F1DD-6297-698C793BBF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6308231" y="7552502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404F0E5-C6D3-870F-8A96-CED868F12F0B}"/>
              </a:ext>
            </a:extLst>
          </p:cNvPr>
          <p:cNvSpPr/>
          <p:nvPr/>
        </p:nvSpPr>
        <p:spPr>
          <a:xfrm>
            <a:off x="10902074" y="8458170"/>
            <a:ext cx="871892" cy="80776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F37F84-2DF8-DD99-0F2B-2BC904C3BA76}"/>
              </a:ext>
            </a:extLst>
          </p:cNvPr>
          <p:cNvSpPr txBox="1"/>
          <p:nvPr/>
        </p:nvSpPr>
        <p:spPr>
          <a:xfrm>
            <a:off x="16390135" y="7484302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껌딱지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19FCD4-7C09-A0F1-9840-E2B9F384B56E}"/>
              </a:ext>
            </a:extLst>
          </p:cNvPr>
          <p:cNvSpPr txBox="1"/>
          <p:nvPr/>
        </p:nvSpPr>
        <p:spPr>
          <a:xfrm>
            <a:off x="11877282" y="7828700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안녕하세요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40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의 즐거운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요리에요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오늘은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봄제철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나물 두릅으로 만든 향긋한 파스타 요리를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소개할게요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마트에 갔더니 봄나물들이 저를 반기네요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 중에서도 두릅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~~~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봄에 제일 맛나게 먹을 수 있는 두릅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당장사야죠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ㅎㅎ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2FE62410-38E0-F600-F10A-C3AD0AE9C900}"/>
              </a:ext>
            </a:extLst>
          </p:cNvPr>
          <p:cNvSpPr/>
          <p:nvPr/>
        </p:nvSpPr>
        <p:spPr>
          <a:xfrm>
            <a:off x="11914613" y="8454109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E97AAA6-3A1E-E10E-1762-E4DE5520BB81}"/>
              </a:ext>
            </a:extLst>
          </p:cNvPr>
          <p:cNvSpPr/>
          <p:nvPr/>
        </p:nvSpPr>
        <p:spPr>
          <a:xfrm>
            <a:off x="11914613" y="875011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76CD362-A4E0-D3A2-E79B-1D9E6767C623}"/>
              </a:ext>
            </a:extLst>
          </p:cNvPr>
          <p:cNvSpPr/>
          <p:nvPr/>
        </p:nvSpPr>
        <p:spPr>
          <a:xfrm>
            <a:off x="12968345" y="874729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새우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4597911A-7CD5-2DC9-D58A-1669EA685188}"/>
              </a:ext>
            </a:extLst>
          </p:cNvPr>
          <p:cNvSpPr/>
          <p:nvPr/>
        </p:nvSpPr>
        <p:spPr>
          <a:xfrm>
            <a:off x="13463384" y="874729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5B879485-4343-8E4B-C172-F5913E4646DD}"/>
              </a:ext>
            </a:extLst>
          </p:cNvPr>
          <p:cNvSpPr/>
          <p:nvPr/>
        </p:nvSpPr>
        <p:spPr>
          <a:xfrm>
            <a:off x="12968345" y="845587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마늘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EC7496AD-8656-BEAB-2236-060EBFDBB3C3}"/>
              </a:ext>
            </a:extLst>
          </p:cNvPr>
          <p:cNvSpPr/>
          <p:nvPr/>
        </p:nvSpPr>
        <p:spPr>
          <a:xfrm>
            <a:off x="13470694" y="845587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오일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A86AE2F4-A1C9-49FF-DFDB-8A375FFD18B8}"/>
              </a:ext>
            </a:extLst>
          </p:cNvPr>
          <p:cNvSpPr/>
          <p:nvPr/>
        </p:nvSpPr>
        <p:spPr>
          <a:xfrm>
            <a:off x="13973044" y="845587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4E2D3EB8-4894-40C1-B3D1-598A2EF52B75}"/>
              </a:ext>
            </a:extLst>
          </p:cNvPr>
          <p:cNvSpPr/>
          <p:nvPr/>
        </p:nvSpPr>
        <p:spPr>
          <a:xfrm>
            <a:off x="14475393" y="845587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소금</a:t>
            </a:r>
          </a:p>
        </p:txBody>
      </p:sp>
      <p:sp>
        <p:nvSpPr>
          <p:cNvPr id="4096" name="TextBox 4095">
            <a:extLst>
              <a:ext uri="{FF2B5EF4-FFF2-40B4-BE49-F238E27FC236}">
                <a16:creationId xmlns:a16="http://schemas.microsoft.com/office/drawing/2014/main" id="{F021A8B4-A84D-BFDE-DA9C-52D1957FE574}"/>
              </a:ext>
            </a:extLst>
          </p:cNvPr>
          <p:cNvSpPr txBox="1"/>
          <p:nvPr/>
        </p:nvSpPr>
        <p:spPr>
          <a:xfrm>
            <a:off x="16975683" y="8410266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097" name="그림 4096">
            <a:extLst>
              <a:ext uri="{FF2B5EF4-FFF2-40B4-BE49-F238E27FC236}">
                <a16:creationId xmlns:a16="http://schemas.microsoft.com/office/drawing/2014/main" id="{ED67A95D-07D4-DCF5-87FA-674A80BEB99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11920"/>
          <a:stretch/>
        </p:blipFill>
        <p:spPr>
          <a:xfrm flipH="1">
            <a:off x="17140384" y="7845877"/>
            <a:ext cx="116844" cy="547211"/>
          </a:xfrm>
          <a:prstGeom prst="rect">
            <a:avLst/>
          </a:prstGeom>
        </p:spPr>
      </p:pic>
      <p:sp>
        <p:nvSpPr>
          <p:cNvPr id="4098" name="사각형: 둥근 모서리 4097">
            <a:extLst>
              <a:ext uri="{FF2B5EF4-FFF2-40B4-BE49-F238E27FC236}">
                <a16:creationId xmlns:a16="http://schemas.microsoft.com/office/drawing/2014/main" id="{1CB85809-9AE5-246B-BD45-82D3D9657061}"/>
              </a:ext>
            </a:extLst>
          </p:cNvPr>
          <p:cNvSpPr/>
          <p:nvPr/>
        </p:nvSpPr>
        <p:spPr>
          <a:xfrm>
            <a:off x="13962336" y="874729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베이컨</a:t>
            </a:r>
          </a:p>
        </p:txBody>
      </p:sp>
      <p:sp>
        <p:nvSpPr>
          <p:cNvPr id="4099" name="사각형: 둥근 모서리 4098">
            <a:extLst>
              <a:ext uri="{FF2B5EF4-FFF2-40B4-BE49-F238E27FC236}">
                <a16:creationId xmlns:a16="http://schemas.microsoft.com/office/drawing/2014/main" id="{33D271EB-B2B7-9EDE-7C17-55A7FEE9EE6C}"/>
              </a:ext>
            </a:extLst>
          </p:cNvPr>
          <p:cNvSpPr/>
          <p:nvPr/>
        </p:nvSpPr>
        <p:spPr>
          <a:xfrm>
            <a:off x="14475393" y="8747290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파스타면</a:t>
            </a:r>
          </a:p>
        </p:txBody>
      </p:sp>
      <p:pic>
        <p:nvPicPr>
          <p:cNvPr id="4100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9A67C05C-BA09-B2FE-B8D6-FF844485F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15666515" y="7542064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D50F69EE-DF47-37C9-2754-1DD87C0F23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15674478" y="5375227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A580F251-96CF-DD39-E247-8AACF1CE4D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15683656" y="3196026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3" name="사각형: 둥근 모서리 4102">
            <a:extLst>
              <a:ext uri="{FF2B5EF4-FFF2-40B4-BE49-F238E27FC236}">
                <a16:creationId xmlns:a16="http://schemas.microsoft.com/office/drawing/2014/main" id="{E0A224DD-D1D7-57A9-7592-7FABF940663C}"/>
              </a:ext>
            </a:extLst>
          </p:cNvPr>
          <p:cNvSpPr/>
          <p:nvPr/>
        </p:nvSpPr>
        <p:spPr>
          <a:xfrm>
            <a:off x="11914613" y="468957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04" name="사각형: 둥근 모서리 4103">
            <a:extLst>
              <a:ext uri="{FF2B5EF4-FFF2-40B4-BE49-F238E27FC236}">
                <a16:creationId xmlns:a16="http://schemas.microsoft.com/office/drawing/2014/main" id="{BFEBDBB3-A682-4B4C-FA5F-8BF6FE694C1B}"/>
              </a:ext>
            </a:extLst>
          </p:cNvPr>
          <p:cNvSpPr/>
          <p:nvPr/>
        </p:nvSpPr>
        <p:spPr>
          <a:xfrm>
            <a:off x="11914613" y="688659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05" name="사각형: 둥근 모서리 4104">
            <a:extLst>
              <a:ext uri="{FF2B5EF4-FFF2-40B4-BE49-F238E27FC236}">
                <a16:creationId xmlns:a16="http://schemas.microsoft.com/office/drawing/2014/main" id="{41C44176-7A12-867D-BC50-B75C8A55F1D7}"/>
              </a:ext>
            </a:extLst>
          </p:cNvPr>
          <p:cNvSpPr/>
          <p:nvPr/>
        </p:nvSpPr>
        <p:spPr>
          <a:xfrm>
            <a:off x="12968345" y="6909766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06" name="사각형: 둥근 모서리 4105">
            <a:extLst>
              <a:ext uri="{FF2B5EF4-FFF2-40B4-BE49-F238E27FC236}">
                <a16:creationId xmlns:a16="http://schemas.microsoft.com/office/drawing/2014/main" id="{EDEFE2E8-2E40-343A-4910-6F85E5090913}"/>
              </a:ext>
            </a:extLst>
          </p:cNvPr>
          <p:cNvSpPr/>
          <p:nvPr/>
        </p:nvSpPr>
        <p:spPr>
          <a:xfrm>
            <a:off x="13803385" y="6913649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08" name="사각형: 둥근 모서리 4107">
            <a:extLst>
              <a:ext uri="{FF2B5EF4-FFF2-40B4-BE49-F238E27FC236}">
                <a16:creationId xmlns:a16="http://schemas.microsoft.com/office/drawing/2014/main" id="{72C46B8B-7C8F-CDC8-1878-18A7003E511C}"/>
              </a:ext>
            </a:extLst>
          </p:cNvPr>
          <p:cNvSpPr/>
          <p:nvPr/>
        </p:nvSpPr>
        <p:spPr>
          <a:xfrm>
            <a:off x="11914613" y="904475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09" name="사각형: 둥근 모서리 4108">
            <a:extLst>
              <a:ext uri="{FF2B5EF4-FFF2-40B4-BE49-F238E27FC236}">
                <a16:creationId xmlns:a16="http://schemas.microsoft.com/office/drawing/2014/main" id="{7F405BE9-5E30-4EDA-7D7B-3F906C7B29F3}"/>
              </a:ext>
            </a:extLst>
          </p:cNvPr>
          <p:cNvSpPr/>
          <p:nvPr/>
        </p:nvSpPr>
        <p:spPr>
          <a:xfrm>
            <a:off x="12968346" y="9067925"/>
            <a:ext cx="993993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파스타면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두부면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0" name="사각형: 둥근 모서리 4109">
            <a:extLst>
              <a:ext uri="{FF2B5EF4-FFF2-40B4-BE49-F238E27FC236}">
                <a16:creationId xmlns:a16="http://schemas.microsoft.com/office/drawing/2014/main" id="{0D4F13EB-71A1-C488-1369-52C25F1490D5}"/>
              </a:ext>
            </a:extLst>
          </p:cNvPr>
          <p:cNvSpPr/>
          <p:nvPr/>
        </p:nvSpPr>
        <p:spPr>
          <a:xfrm>
            <a:off x="13985645" y="9071807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베이컨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11" name="Picture 2">
            <a:extLst>
              <a:ext uri="{FF2B5EF4-FFF2-40B4-BE49-F238E27FC236}">
                <a16:creationId xmlns:a16="http://schemas.microsoft.com/office/drawing/2014/main" id="{906730D6-ACB0-F969-232E-F1F362663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12"/>
          <a:stretch/>
        </p:blipFill>
        <p:spPr bwMode="auto">
          <a:xfrm>
            <a:off x="10906097" y="3168321"/>
            <a:ext cx="861902" cy="84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3" name="Picture 4">
            <a:extLst>
              <a:ext uri="{FF2B5EF4-FFF2-40B4-BE49-F238E27FC236}">
                <a16:creationId xmlns:a16="http://schemas.microsoft.com/office/drawing/2014/main" id="{01EDBD2B-C419-4FBE-41F6-954CE18659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6" t="7866" r="7866" b="7866"/>
          <a:stretch/>
        </p:blipFill>
        <p:spPr bwMode="auto">
          <a:xfrm>
            <a:off x="10924351" y="5354312"/>
            <a:ext cx="874698" cy="79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4" name="사각형: 둥근 모서리 4113">
            <a:extLst>
              <a:ext uri="{FF2B5EF4-FFF2-40B4-BE49-F238E27FC236}">
                <a16:creationId xmlns:a16="http://schemas.microsoft.com/office/drawing/2014/main" id="{68D139C1-08A6-9197-C5DB-C7B3F6D2BA01}"/>
              </a:ext>
            </a:extLst>
          </p:cNvPr>
          <p:cNvSpPr/>
          <p:nvPr/>
        </p:nvSpPr>
        <p:spPr>
          <a:xfrm>
            <a:off x="13968577" y="658659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pic>
        <p:nvPicPr>
          <p:cNvPr id="4115" name="그림 4114">
            <a:extLst>
              <a:ext uri="{FF2B5EF4-FFF2-40B4-BE49-F238E27FC236}">
                <a16:creationId xmlns:a16="http://schemas.microsoft.com/office/drawing/2014/main" id="{4682C2BB-4635-1B84-DE5D-934BCFFF7D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2074" y="7493256"/>
            <a:ext cx="871892" cy="842362"/>
          </a:xfrm>
          <a:prstGeom prst="rect">
            <a:avLst/>
          </a:prstGeom>
        </p:spPr>
      </p:pic>
      <p:pic>
        <p:nvPicPr>
          <p:cNvPr id="4116" name="Picture 4" descr="확인하다 - 무료 ui개 아이콘">
            <a:extLst>
              <a:ext uri="{FF2B5EF4-FFF2-40B4-BE49-F238E27FC236}">
                <a16:creationId xmlns:a16="http://schemas.microsoft.com/office/drawing/2014/main" id="{FDD9B76E-9262-D237-E9B7-3386A8DBF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0940" y="3169205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7" name="Picture 4" descr="확인하다 - 무료 ui개 아이콘">
            <a:extLst>
              <a:ext uri="{FF2B5EF4-FFF2-40B4-BE49-F238E27FC236}">
                <a16:creationId xmlns:a16="http://schemas.microsoft.com/office/drawing/2014/main" id="{CD32880D-2B97-C1DE-A202-A72E1974C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5490" y="5342857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4" descr="확인하다 - 무료 ui개 아이콘">
            <a:extLst>
              <a:ext uri="{FF2B5EF4-FFF2-40B4-BE49-F238E27FC236}">
                <a16:creationId xmlns:a16="http://schemas.microsoft.com/office/drawing/2014/main" id="{3DEA8E68-7242-18AF-8BB0-9669AED4A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9213" y="7510415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9" name="사각형: 둥근 모서리 4118">
            <a:extLst>
              <a:ext uri="{FF2B5EF4-FFF2-40B4-BE49-F238E27FC236}">
                <a16:creationId xmlns:a16="http://schemas.microsoft.com/office/drawing/2014/main" id="{C0BCD9C1-368C-FB56-094B-CBEE39EC6329}"/>
              </a:ext>
            </a:extLst>
          </p:cNvPr>
          <p:cNvSpPr/>
          <p:nvPr/>
        </p:nvSpPr>
        <p:spPr>
          <a:xfrm>
            <a:off x="16461537" y="1947858"/>
            <a:ext cx="695316" cy="204074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    필터</a:t>
            </a:r>
          </a:p>
        </p:txBody>
      </p:sp>
      <p:sp>
        <p:nvSpPr>
          <p:cNvPr id="4120" name="사각형: 둥근 모서리 4119">
            <a:extLst>
              <a:ext uri="{FF2B5EF4-FFF2-40B4-BE49-F238E27FC236}">
                <a16:creationId xmlns:a16="http://schemas.microsoft.com/office/drawing/2014/main" id="{EE9E6334-5AC6-1968-8E52-A4D911AC40A3}"/>
              </a:ext>
            </a:extLst>
          </p:cNvPr>
          <p:cNvSpPr/>
          <p:nvPr/>
        </p:nvSpPr>
        <p:spPr>
          <a:xfrm>
            <a:off x="14844428" y="1935953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댓글순 ∨</a:t>
            </a:r>
          </a:p>
        </p:txBody>
      </p:sp>
      <p:sp>
        <p:nvSpPr>
          <p:cNvPr id="4121" name="사각형: 둥근 모서리 4120">
            <a:extLst>
              <a:ext uri="{FF2B5EF4-FFF2-40B4-BE49-F238E27FC236}">
                <a16:creationId xmlns:a16="http://schemas.microsoft.com/office/drawing/2014/main" id="{6D6DD029-660D-82AC-3A0B-9540834F4F82}"/>
              </a:ext>
            </a:extLst>
          </p:cNvPr>
          <p:cNvSpPr/>
          <p:nvPr/>
        </p:nvSpPr>
        <p:spPr>
          <a:xfrm>
            <a:off x="15570375" y="1935953"/>
            <a:ext cx="608440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최신순 ∨</a:t>
            </a:r>
          </a:p>
        </p:txBody>
      </p:sp>
      <p:sp>
        <p:nvSpPr>
          <p:cNvPr id="4122" name="사각형: 둥근 모서리 4121">
            <a:extLst>
              <a:ext uri="{FF2B5EF4-FFF2-40B4-BE49-F238E27FC236}">
                <a16:creationId xmlns:a16="http://schemas.microsoft.com/office/drawing/2014/main" id="{C8689AA8-ACD3-2FA8-0487-93DCF852F867}"/>
              </a:ext>
            </a:extLst>
          </p:cNvPr>
          <p:cNvSpPr/>
          <p:nvPr/>
        </p:nvSpPr>
        <p:spPr>
          <a:xfrm>
            <a:off x="14118482" y="1935953"/>
            <a:ext cx="690749" cy="2040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좋아요순</a:t>
            </a:r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sp>
        <p:nvSpPr>
          <p:cNvPr id="4123" name="사각형: 둥근 모서리 4122">
            <a:extLst>
              <a:ext uri="{FF2B5EF4-FFF2-40B4-BE49-F238E27FC236}">
                <a16:creationId xmlns:a16="http://schemas.microsoft.com/office/drawing/2014/main" id="{741AC6AC-6A2B-7973-066C-D52C7B387B35}"/>
              </a:ext>
            </a:extLst>
          </p:cNvPr>
          <p:cNvSpPr/>
          <p:nvPr/>
        </p:nvSpPr>
        <p:spPr>
          <a:xfrm>
            <a:off x="12152377" y="1935953"/>
            <a:ext cx="874479" cy="204073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재료매칭률순</a:t>
            </a:r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sp>
        <p:nvSpPr>
          <p:cNvPr id="4124" name="사각형: 둥근 모서리 4123">
            <a:extLst>
              <a:ext uri="{FF2B5EF4-FFF2-40B4-BE49-F238E27FC236}">
                <a16:creationId xmlns:a16="http://schemas.microsoft.com/office/drawing/2014/main" id="{D3F11AA2-C198-55D7-BE84-91A48FC18BE6}"/>
              </a:ext>
            </a:extLst>
          </p:cNvPr>
          <p:cNvSpPr/>
          <p:nvPr/>
        </p:nvSpPr>
        <p:spPr>
          <a:xfrm>
            <a:off x="13062053" y="1934854"/>
            <a:ext cx="1021232" cy="2040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유통기한 </a:t>
            </a:r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임박순</a:t>
            </a:r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∨</a:t>
            </a:r>
          </a:p>
        </p:txBody>
      </p:sp>
      <p:pic>
        <p:nvPicPr>
          <p:cNvPr id="4125" name="Picture 2" descr="필터 - 무료 편집 도구개 아이콘">
            <a:extLst>
              <a:ext uri="{FF2B5EF4-FFF2-40B4-BE49-F238E27FC236}">
                <a16:creationId xmlns:a16="http://schemas.microsoft.com/office/drawing/2014/main" id="{8E5144E1-84C8-F4A0-0EFC-9D2AF2DE5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4854" y="2005632"/>
            <a:ext cx="90829" cy="97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26" name="사각형: 둥근 모서리 4125">
            <a:extLst>
              <a:ext uri="{FF2B5EF4-FFF2-40B4-BE49-F238E27FC236}">
                <a16:creationId xmlns:a16="http://schemas.microsoft.com/office/drawing/2014/main" id="{33894347-D723-892D-EC41-3107E001B739}"/>
              </a:ext>
            </a:extLst>
          </p:cNvPr>
          <p:cNvSpPr/>
          <p:nvPr/>
        </p:nvSpPr>
        <p:spPr>
          <a:xfrm>
            <a:off x="10734708" y="9534973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29" name="TextBox 4128">
            <a:extLst>
              <a:ext uri="{FF2B5EF4-FFF2-40B4-BE49-F238E27FC236}">
                <a16:creationId xmlns:a16="http://schemas.microsoft.com/office/drawing/2014/main" id="{9165A3C4-E7BF-7316-DB12-C2651CE64AA7}"/>
              </a:ext>
            </a:extLst>
          </p:cNvPr>
          <p:cNvSpPr txBox="1"/>
          <p:nvPr/>
        </p:nvSpPr>
        <p:spPr>
          <a:xfrm>
            <a:off x="11895380" y="9649314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 장아찌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2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A0409E08-C6D4-596B-3D75-A7F33489CC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6308231" y="9717514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5" name="사각형: 둥근 모서리 4134">
            <a:extLst>
              <a:ext uri="{FF2B5EF4-FFF2-40B4-BE49-F238E27FC236}">
                <a16:creationId xmlns:a16="http://schemas.microsoft.com/office/drawing/2014/main" id="{DCC2D9C4-8C0E-2169-1A04-0FAB38C0EF02}"/>
              </a:ext>
            </a:extLst>
          </p:cNvPr>
          <p:cNvSpPr/>
          <p:nvPr/>
        </p:nvSpPr>
        <p:spPr>
          <a:xfrm>
            <a:off x="10902074" y="10623180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84%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40" name="TextBox 4139">
            <a:extLst>
              <a:ext uri="{FF2B5EF4-FFF2-40B4-BE49-F238E27FC236}">
                <a16:creationId xmlns:a16="http://schemas.microsoft.com/office/drawing/2014/main" id="{2214C03A-341B-3834-3822-10EA4A400922}"/>
              </a:ext>
            </a:extLst>
          </p:cNvPr>
          <p:cNvSpPr txBox="1"/>
          <p:nvPr/>
        </p:nvSpPr>
        <p:spPr>
          <a:xfrm>
            <a:off x="16390135" y="9649314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4148" name="TextBox 4147">
            <a:extLst>
              <a:ext uri="{FF2B5EF4-FFF2-40B4-BE49-F238E27FC236}">
                <a16:creationId xmlns:a16="http://schemas.microsoft.com/office/drawing/2014/main" id="{60450D88-6BB4-22EF-0F1D-81A609D53FEC}"/>
              </a:ext>
            </a:extLst>
          </p:cNvPr>
          <p:cNvSpPr txBox="1"/>
          <p:nvPr/>
        </p:nvSpPr>
        <p:spPr>
          <a:xfrm>
            <a:off x="11877282" y="9993712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두릅데치기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참두릅장아찌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쉽고 맛있게 만들기 안녕하세요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제제에요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봄나물의 제왕이라고 하는 두릅이 나는 계절에는 두릅으로 여러가지 요리를 해서 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먹지만 밑반찬으로는 역시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두릅장아찌만한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것이 없어요</a:t>
            </a:r>
          </a:p>
        </p:txBody>
      </p:sp>
      <p:sp>
        <p:nvSpPr>
          <p:cNvPr id="4149" name="사각형: 둥근 모서리 4148">
            <a:extLst>
              <a:ext uri="{FF2B5EF4-FFF2-40B4-BE49-F238E27FC236}">
                <a16:creationId xmlns:a16="http://schemas.microsoft.com/office/drawing/2014/main" id="{7EC8131D-5267-36A7-18B4-0B18A3DF4299}"/>
              </a:ext>
            </a:extLst>
          </p:cNvPr>
          <p:cNvSpPr/>
          <p:nvPr/>
        </p:nvSpPr>
        <p:spPr>
          <a:xfrm>
            <a:off x="11914613" y="1061912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50" name="사각형: 둥근 모서리 4149">
            <a:extLst>
              <a:ext uri="{FF2B5EF4-FFF2-40B4-BE49-F238E27FC236}">
                <a16:creationId xmlns:a16="http://schemas.microsoft.com/office/drawing/2014/main" id="{BCF380CC-C74B-8343-DE76-D42E1E59263E}"/>
              </a:ext>
            </a:extLst>
          </p:cNvPr>
          <p:cNvSpPr/>
          <p:nvPr/>
        </p:nvSpPr>
        <p:spPr>
          <a:xfrm>
            <a:off x="11914613" y="1091512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51" name="사각형: 둥근 모서리 4150">
            <a:extLst>
              <a:ext uri="{FF2B5EF4-FFF2-40B4-BE49-F238E27FC236}">
                <a16:creationId xmlns:a16="http://schemas.microsoft.com/office/drawing/2014/main" id="{AD556423-E5AB-3CF3-0E62-A43835C105CC}"/>
              </a:ext>
            </a:extLst>
          </p:cNvPr>
          <p:cNvSpPr/>
          <p:nvPr/>
        </p:nvSpPr>
        <p:spPr>
          <a:xfrm>
            <a:off x="12968345" y="1091230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4152" name="사각형: 둥근 모서리 4151">
            <a:extLst>
              <a:ext uri="{FF2B5EF4-FFF2-40B4-BE49-F238E27FC236}">
                <a16:creationId xmlns:a16="http://schemas.microsoft.com/office/drawing/2014/main" id="{AA415018-A0F7-1812-263C-9F5952396296}"/>
              </a:ext>
            </a:extLst>
          </p:cNvPr>
          <p:cNvSpPr/>
          <p:nvPr/>
        </p:nvSpPr>
        <p:spPr>
          <a:xfrm>
            <a:off x="13463384" y="1091230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5" name="사각형: 둥근 모서리 4164">
            <a:extLst>
              <a:ext uri="{FF2B5EF4-FFF2-40B4-BE49-F238E27FC236}">
                <a16:creationId xmlns:a16="http://schemas.microsoft.com/office/drawing/2014/main" id="{176A7FAD-97D0-DD55-8C8B-48C2A6DA97CA}"/>
              </a:ext>
            </a:extLst>
          </p:cNvPr>
          <p:cNvSpPr/>
          <p:nvPr/>
        </p:nvSpPr>
        <p:spPr>
          <a:xfrm>
            <a:off x="12968345" y="1062089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건고추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6" name="사각형: 둥근 모서리 4165">
            <a:extLst>
              <a:ext uri="{FF2B5EF4-FFF2-40B4-BE49-F238E27FC236}">
                <a16:creationId xmlns:a16="http://schemas.microsoft.com/office/drawing/2014/main" id="{E8FCCF2B-4E8A-0406-2C0A-0E86BB3E69EA}"/>
              </a:ext>
            </a:extLst>
          </p:cNvPr>
          <p:cNvSpPr/>
          <p:nvPr/>
        </p:nvSpPr>
        <p:spPr>
          <a:xfrm>
            <a:off x="13470694" y="1062089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67" name="사각형: 둥근 모서리 4166">
            <a:extLst>
              <a:ext uri="{FF2B5EF4-FFF2-40B4-BE49-F238E27FC236}">
                <a16:creationId xmlns:a16="http://schemas.microsoft.com/office/drawing/2014/main" id="{38750542-0A7B-F099-1AFD-0C2B2ACD9281}"/>
              </a:ext>
            </a:extLst>
          </p:cNvPr>
          <p:cNvSpPr/>
          <p:nvPr/>
        </p:nvSpPr>
        <p:spPr>
          <a:xfrm>
            <a:off x="13973044" y="1062089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75" name="사각형: 둥근 모서리 4174">
            <a:extLst>
              <a:ext uri="{FF2B5EF4-FFF2-40B4-BE49-F238E27FC236}">
                <a16:creationId xmlns:a16="http://schemas.microsoft.com/office/drawing/2014/main" id="{12A4203B-938A-1029-4F38-2DF1C61A3454}"/>
              </a:ext>
            </a:extLst>
          </p:cNvPr>
          <p:cNvSpPr/>
          <p:nvPr/>
        </p:nvSpPr>
        <p:spPr>
          <a:xfrm>
            <a:off x="14475393" y="1062089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식초</a:t>
            </a:r>
          </a:p>
        </p:txBody>
      </p:sp>
      <p:sp>
        <p:nvSpPr>
          <p:cNvPr id="4176" name="TextBox 4175">
            <a:extLst>
              <a:ext uri="{FF2B5EF4-FFF2-40B4-BE49-F238E27FC236}">
                <a16:creationId xmlns:a16="http://schemas.microsoft.com/office/drawing/2014/main" id="{AB1C3049-3849-A2A8-95D1-0A88D7F0083D}"/>
              </a:ext>
            </a:extLst>
          </p:cNvPr>
          <p:cNvSpPr txBox="1"/>
          <p:nvPr/>
        </p:nvSpPr>
        <p:spPr>
          <a:xfrm>
            <a:off x="16975683" y="10575278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77" name="그림 4176">
            <a:extLst>
              <a:ext uri="{FF2B5EF4-FFF2-40B4-BE49-F238E27FC236}">
                <a16:creationId xmlns:a16="http://schemas.microsoft.com/office/drawing/2014/main" id="{6AC8AA16-8A38-BC76-0875-0FB0A67C570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11920"/>
          <a:stretch/>
        </p:blipFill>
        <p:spPr>
          <a:xfrm flipH="1">
            <a:off x="17140384" y="10010889"/>
            <a:ext cx="116844" cy="547211"/>
          </a:xfrm>
          <a:prstGeom prst="rect">
            <a:avLst/>
          </a:prstGeom>
        </p:spPr>
      </p:pic>
      <p:sp>
        <p:nvSpPr>
          <p:cNvPr id="4178" name="사각형: 둥근 모서리 4177">
            <a:extLst>
              <a:ext uri="{FF2B5EF4-FFF2-40B4-BE49-F238E27FC236}">
                <a16:creationId xmlns:a16="http://schemas.microsoft.com/office/drawing/2014/main" id="{C440C0BE-71CC-8FB6-402A-3571DEAC7705}"/>
              </a:ext>
            </a:extLst>
          </p:cNvPr>
          <p:cNvSpPr/>
          <p:nvPr/>
        </p:nvSpPr>
        <p:spPr>
          <a:xfrm>
            <a:off x="10734708" y="11695671"/>
            <a:ext cx="6707827" cy="1992490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79" name="TextBox 4178">
            <a:extLst>
              <a:ext uri="{FF2B5EF4-FFF2-40B4-BE49-F238E27FC236}">
                <a16:creationId xmlns:a16="http://schemas.microsoft.com/office/drawing/2014/main" id="{E508FC8C-566B-7AEE-D666-8104228EBF0C}"/>
              </a:ext>
            </a:extLst>
          </p:cNvPr>
          <p:cNvSpPr txBox="1"/>
          <p:nvPr/>
        </p:nvSpPr>
        <p:spPr>
          <a:xfrm>
            <a:off x="11895380" y="11810015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두릅파스타로 향긋하게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80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D89CDF68-E41C-C4D4-A2FE-68B674CCCC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6308231" y="11878215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81" name="사각형: 둥근 모서리 4180">
            <a:extLst>
              <a:ext uri="{FF2B5EF4-FFF2-40B4-BE49-F238E27FC236}">
                <a16:creationId xmlns:a16="http://schemas.microsoft.com/office/drawing/2014/main" id="{BC3BB81B-42D5-BC96-6067-41A1B3C4FE21}"/>
              </a:ext>
            </a:extLst>
          </p:cNvPr>
          <p:cNvSpPr/>
          <p:nvPr/>
        </p:nvSpPr>
        <p:spPr>
          <a:xfrm>
            <a:off x="10902074" y="12783883"/>
            <a:ext cx="871892" cy="80776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2" name="TextBox 4181">
            <a:extLst>
              <a:ext uri="{FF2B5EF4-FFF2-40B4-BE49-F238E27FC236}">
                <a16:creationId xmlns:a16="http://schemas.microsoft.com/office/drawing/2014/main" id="{284099B8-766E-E6ED-2639-3FF333A03DCC}"/>
              </a:ext>
            </a:extLst>
          </p:cNvPr>
          <p:cNvSpPr txBox="1"/>
          <p:nvPr/>
        </p:nvSpPr>
        <p:spPr>
          <a:xfrm>
            <a:off x="16390135" y="11810015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껌딱지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25-04-06</a:t>
            </a:r>
          </a:p>
        </p:txBody>
      </p:sp>
      <p:sp>
        <p:nvSpPr>
          <p:cNvPr id="4183" name="TextBox 4182">
            <a:extLst>
              <a:ext uri="{FF2B5EF4-FFF2-40B4-BE49-F238E27FC236}">
                <a16:creationId xmlns:a16="http://schemas.microsoft.com/office/drawing/2014/main" id="{D61E8550-5D33-1B68-B19B-14341726C375}"/>
              </a:ext>
            </a:extLst>
          </p:cNvPr>
          <p:cNvSpPr txBox="1"/>
          <p:nvPr/>
        </p:nvSpPr>
        <p:spPr>
          <a:xfrm>
            <a:off x="11877282" y="12154413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안녕하세요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40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의 즐거운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요리에요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오늘은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봄제철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나물 두릅으로 만든 향긋한 파스타 요리를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소개할게요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마트에 갔더니 봄나물들이 저를 반기네요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 중에서도 두릅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~~~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봄에 제일 맛나게 먹을 수 있는 두릅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당장사야죠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ㅎㅎ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84" name="사각형: 둥근 모서리 4183">
            <a:extLst>
              <a:ext uri="{FF2B5EF4-FFF2-40B4-BE49-F238E27FC236}">
                <a16:creationId xmlns:a16="http://schemas.microsoft.com/office/drawing/2014/main" id="{C4D4301B-BA72-FDC3-86C1-12B58A5683B1}"/>
              </a:ext>
            </a:extLst>
          </p:cNvPr>
          <p:cNvSpPr/>
          <p:nvPr/>
        </p:nvSpPr>
        <p:spPr>
          <a:xfrm>
            <a:off x="11914613" y="1277982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85" name="사각형: 둥근 모서리 4184">
            <a:extLst>
              <a:ext uri="{FF2B5EF4-FFF2-40B4-BE49-F238E27FC236}">
                <a16:creationId xmlns:a16="http://schemas.microsoft.com/office/drawing/2014/main" id="{FE3E7D79-797A-72F9-2F98-B96E5F6B50AD}"/>
              </a:ext>
            </a:extLst>
          </p:cNvPr>
          <p:cNvSpPr/>
          <p:nvPr/>
        </p:nvSpPr>
        <p:spPr>
          <a:xfrm>
            <a:off x="11914613" y="13075829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86" name="사각형: 둥근 모서리 4185">
            <a:extLst>
              <a:ext uri="{FF2B5EF4-FFF2-40B4-BE49-F238E27FC236}">
                <a16:creationId xmlns:a16="http://schemas.microsoft.com/office/drawing/2014/main" id="{572C6CA9-7434-47B8-9B9E-7FCA5FA79AC2}"/>
              </a:ext>
            </a:extLst>
          </p:cNvPr>
          <p:cNvSpPr/>
          <p:nvPr/>
        </p:nvSpPr>
        <p:spPr>
          <a:xfrm>
            <a:off x="12968345" y="13073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새우</a:t>
            </a:r>
          </a:p>
        </p:txBody>
      </p:sp>
      <p:sp>
        <p:nvSpPr>
          <p:cNvPr id="4187" name="사각형: 둥근 모서리 4186">
            <a:extLst>
              <a:ext uri="{FF2B5EF4-FFF2-40B4-BE49-F238E27FC236}">
                <a16:creationId xmlns:a16="http://schemas.microsoft.com/office/drawing/2014/main" id="{BBF14E39-38C0-1BAF-40F0-7EF373538642}"/>
              </a:ext>
            </a:extLst>
          </p:cNvPr>
          <p:cNvSpPr/>
          <p:nvPr/>
        </p:nvSpPr>
        <p:spPr>
          <a:xfrm>
            <a:off x="13463384" y="13073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4188" name="사각형: 둥근 모서리 4187">
            <a:extLst>
              <a:ext uri="{FF2B5EF4-FFF2-40B4-BE49-F238E27FC236}">
                <a16:creationId xmlns:a16="http://schemas.microsoft.com/office/drawing/2014/main" id="{0ECF4247-9D97-A665-88B2-F08A30FAD7D4}"/>
              </a:ext>
            </a:extLst>
          </p:cNvPr>
          <p:cNvSpPr/>
          <p:nvPr/>
        </p:nvSpPr>
        <p:spPr>
          <a:xfrm>
            <a:off x="12968345" y="1278159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마늘</a:t>
            </a:r>
          </a:p>
        </p:txBody>
      </p:sp>
      <p:sp>
        <p:nvSpPr>
          <p:cNvPr id="4189" name="사각형: 둥근 모서리 4188">
            <a:extLst>
              <a:ext uri="{FF2B5EF4-FFF2-40B4-BE49-F238E27FC236}">
                <a16:creationId xmlns:a16="http://schemas.microsoft.com/office/drawing/2014/main" id="{FFA47169-184E-2DF3-CDE5-A900E1576F8B}"/>
              </a:ext>
            </a:extLst>
          </p:cNvPr>
          <p:cNvSpPr/>
          <p:nvPr/>
        </p:nvSpPr>
        <p:spPr>
          <a:xfrm>
            <a:off x="13470694" y="1278159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오일</a:t>
            </a:r>
          </a:p>
        </p:txBody>
      </p:sp>
      <p:sp>
        <p:nvSpPr>
          <p:cNvPr id="4190" name="사각형: 둥근 모서리 4189">
            <a:extLst>
              <a:ext uri="{FF2B5EF4-FFF2-40B4-BE49-F238E27FC236}">
                <a16:creationId xmlns:a16="http://schemas.microsoft.com/office/drawing/2014/main" id="{07476F7D-72CB-0D94-E9E2-CC7DC9AE57E5}"/>
              </a:ext>
            </a:extLst>
          </p:cNvPr>
          <p:cNvSpPr/>
          <p:nvPr/>
        </p:nvSpPr>
        <p:spPr>
          <a:xfrm>
            <a:off x="13973044" y="1278159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4191" name="사각형: 둥근 모서리 4190">
            <a:extLst>
              <a:ext uri="{FF2B5EF4-FFF2-40B4-BE49-F238E27FC236}">
                <a16:creationId xmlns:a16="http://schemas.microsoft.com/office/drawing/2014/main" id="{8623E72E-D9E1-C56E-DDAB-3E27D86C4988}"/>
              </a:ext>
            </a:extLst>
          </p:cNvPr>
          <p:cNvSpPr/>
          <p:nvPr/>
        </p:nvSpPr>
        <p:spPr>
          <a:xfrm>
            <a:off x="14475393" y="12781592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소금</a:t>
            </a:r>
          </a:p>
        </p:txBody>
      </p:sp>
      <p:sp>
        <p:nvSpPr>
          <p:cNvPr id="4192" name="TextBox 4191">
            <a:extLst>
              <a:ext uri="{FF2B5EF4-FFF2-40B4-BE49-F238E27FC236}">
                <a16:creationId xmlns:a16="http://schemas.microsoft.com/office/drawing/2014/main" id="{7B09C373-0F11-8E54-E513-0B9AEA301502}"/>
              </a:ext>
            </a:extLst>
          </p:cNvPr>
          <p:cNvSpPr txBox="1"/>
          <p:nvPr/>
        </p:nvSpPr>
        <p:spPr>
          <a:xfrm>
            <a:off x="16975683" y="12735979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93" name="그림 4192">
            <a:extLst>
              <a:ext uri="{FF2B5EF4-FFF2-40B4-BE49-F238E27FC236}">
                <a16:creationId xmlns:a16="http://schemas.microsoft.com/office/drawing/2014/main" id="{E5BA1D42-4FC3-46F8-6059-FCE1B938DB5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11920"/>
          <a:stretch/>
        </p:blipFill>
        <p:spPr>
          <a:xfrm flipH="1">
            <a:off x="17140384" y="12171590"/>
            <a:ext cx="116844" cy="547211"/>
          </a:xfrm>
          <a:prstGeom prst="rect">
            <a:avLst/>
          </a:prstGeom>
        </p:spPr>
      </p:pic>
      <p:sp>
        <p:nvSpPr>
          <p:cNvPr id="4194" name="사각형: 둥근 모서리 4193">
            <a:extLst>
              <a:ext uri="{FF2B5EF4-FFF2-40B4-BE49-F238E27FC236}">
                <a16:creationId xmlns:a16="http://schemas.microsoft.com/office/drawing/2014/main" id="{C0CE555A-7E5D-4014-5CAC-770A8D45E2E9}"/>
              </a:ext>
            </a:extLst>
          </p:cNvPr>
          <p:cNvSpPr/>
          <p:nvPr/>
        </p:nvSpPr>
        <p:spPr>
          <a:xfrm>
            <a:off x="13962336" y="13073005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베이컨</a:t>
            </a:r>
          </a:p>
        </p:txBody>
      </p:sp>
      <p:sp>
        <p:nvSpPr>
          <p:cNvPr id="4195" name="사각형: 둥근 모서리 4194">
            <a:extLst>
              <a:ext uri="{FF2B5EF4-FFF2-40B4-BE49-F238E27FC236}">
                <a16:creationId xmlns:a16="http://schemas.microsoft.com/office/drawing/2014/main" id="{49E52941-F32B-C15C-60C3-284721194E36}"/>
              </a:ext>
            </a:extLst>
          </p:cNvPr>
          <p:cNvSpPr/>
          <p:nvPr/>
        </p:nvSpPr>
        <p:spPr>
          <a:xfrm>
            <a:off x="14475393" y="13073003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파스타면</a:t>
            </a:r>
          </a:p>
        </p:txBody>
      </p:sp>
      <p:pic>
        <p:nvPicPr>
          <p:cNvPr id="4196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E39436E9-0DAE-F22A-9618-D6948F8E9B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15666515" y="11867777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7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5CD64CAD-EF4A-18C3-86C4-F2CBC1017E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15674478" y="9700940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8" name="사각형: 둥근 모서리 4197">
            <a:extLst>
              <a:ext uri="{FF2B5EF4-FFF2-40B4-BE49-F238E27FC236}">
                <a16:creationId xmlns:a16="http://schemas.microsoft.com/office/drawing/2014/main" id="{DA02BF74-8395-AA54-3878-F69A917B5E29}"/>
              </a:ext>
            </a:extLst>
          </p:cNvPr>
          <p:cNvSpPr/>
          <p:nvPr/>
        </p:nvSpPr>
        <p:spPr>
          <a:xfrm>
            <a:off x="11914613" y="11212309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99" name="사각형: 둥근 모서리 4198">
            <a:extLst>
              <a:ext uri="{FF2B5EF4-FFF2-40B4-BE49-F238E27FC236}">
                <a16:creationId xmlns:a16="http://schemas.microsoft.com/office/drawing/2014/main" id="{81C81017-A8F6-360A-7BCC-73B591D1A6CA}"/>
              </a:ext>
            </a:extLst>
          </p:cNvPr>
          <p:cNvSpPr/>
          <p:nvPr/>
        </p:nvSpPr>
        <p:spPr>
          <a:xfrm>
            <a:off x="12968345" y="11235479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00" name="사각형: 둥근 모서리 4199">
            <a:extLst>
              <a:ext uri="{FF2B5EF4-FFF2-40B4-BE49-F238E27FC236}">
                <a16:creationId xmlns:a16="http://schemas.microsoft.com/office/drawing/2014/main" id="{84F3923D-C7AE-F970-073D-34B882FBCEBF}"/>
              </a:ext>
            </a:extLst>
          </p:cNvPr>
          <p:cNvSpPr/>
          <p:nvPr/>
        </p:nvSpPr>
        <p:spPr>
          <a:xfrm>
            <a:off x="13803385" y="1123936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01" name="사각형: 둥근 모서리 4200">
            <a:extLst>
              <a:ext uri="{FF2B5EF4-FFF2-40B4-BE49-F238E27FC236}">
                <a16:creationId xmlns:a16="http://schemas.microsoft.com/office/drawing/2014/main" id="{2EA88D44-80A6-6A07-CA81-E724ED80B760}"/>
              </a:ext>
            </a:extLst>
          </p:cNvPr>
          <p:cNvSpPr/>
          <p:nvPr/>
        </p:nvSpPr>
        <p:spPr>
          <a:xfrm>
            <a:off x="11914613" y="1337046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202" name="사각형: 둥근 모서리 4201">
            <a:extLst>
              <a:ext uri="{FF2B5EF4-FFF2-40B4-BE49-F238E27FC236}">
                <a16:creationId xmlns:a16="http://schemas.microsoft.com/office/drawing/2014/main" id="{5FB0D608-D6B8-69A6-5640-A1B0C9D7D072}"/>
              </a:ext>
            </a:extLst>
          </p:cNvPr>
          <p:cNvSpPr/>
          <p:nvPr/>
        </p:nvSpPr>
        <p:spPr>
          <a:xfrm>
            <a:off x="12968346" y="13393638"/>
            <a:ext cx="993993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파스타면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두부면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03" name="사각형: 둥근 모서리 4202">
            <a:extLst>
              <a:ext uri="{FF2B5EF4-FFF2-40B4-BE49-F238E27FC236}">
                <a16:creationId xmlns:a16="http://schemas.microsoft.com/office/drawing/2014/main" id="{2F17B005-12E4-564A-6937-ED1A4151991B}"/>
              </a:ext>
            </a:extLst>
          </p:cNvPr>
          <p:cNvSpPr/>
          <p:nvPr/>
        </p:nvSpPr>
        <p:spPr>
          <a:xfrm>
            <a:off x="13985645" y="13397520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베이컨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햄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204" name="Picture 4">
            <a:extLst>
              <a:ext uri="{FF2B5EF4-FFF2-40B4-BE49-F238E27FC236}">
                <a16:creationId xmlns:a16="http://schemas.microsoft.com/office/drawing/2014/main" id="{99A54CAC-5A89-1201-7BFB-8AD50D603B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6" t="7866" r="7866" b="7866"/>
          <a:stretch/>
        </p:blipFill>
        <p:spPr bwMode="auto">
          <a:xfrm>
            <a:off x="10924351" y="9680025"/>
            <a:ext cx="874698" cy="79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05" name="사각형: 둥근 모서리 4204">
            <a:extLst>
              <a:ext uri="{FF2B5EF4-FFF2-40B4-BE49-F238E27FC236}">
                <a16:creationId xmlns:a16="http://schemas.microsoft.com/office/drawing/2014/main" id="{34D6B1DB-8046-6505-1062-A1DE11842D5B}"/>
              </a:ext>
            </a:extLst>
          </p:cNvPr>
          <p:cNvSpPr/>
          <p:nvPr/>
        </p:nvSpPr>
        <p:spPr>
          <a:xfrm>
            <a:off x="13968577" y="1091230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pic>
        <p:nvPicPr>
          <p:cNvPr id="4206" name="그림 4205">
            <a:extLst>
              <a:ext uri="{FF2B5EF4-FFF2-40B4-BE49-F238E27FC236}">
                <a16:creationId xmlns:a16="http://schemas.microsoft.com/office/drawing/2014/main" id="{7F39F308-A475-8169-4FFF-0DC8398CCE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2074" y="11818969"/>
            <a:ext cx="871892" cy="842362"/>
          </a:xfrm>
          <a:prstGeom prst="rect">
            <a:avLst/>
          </a:prstGeom>
        </p:spPr>
      </p:pic>
      <p:pic>
        <p:nvPicPr>
          <p:cNvPr id="4207" name="Picture 4" descr="확인하다 - 무료 ui개 아이콘">
            <a:extLst>
              <a:ext uri="{FF2B5EF4-FFF2-40B4-BE49-F238E27FC236}">
                <a16:creationId xmlns:a16="http://schemas.microsoft.com/office/drawing/2014/main" id="{51DCCF95-15E5-48EE-22A3-0DB866A69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5490" y="9668570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08" name="Picture 4" descr="확인하다 - 무료 ui개 아이콘">
            <a:extLst>
              <a:ext uri="{FF2B5EF4-FFF2-40B4-BE49-F238E27FC236}">
                <a16:creationId xmlns:a16="http://schemas.microsoft.com/office/drawing/2014/main" id="{66289425-A518-9FFE-47F7-BFB88B6CA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9213" y="11836128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09" name="TextBox 4208">
            <a:extLst>
              <a:ext uri="{FF2B5EF4-FFF2-40B4-BE49-F238E27FC236}">
                <a16:creationId xmlns:a16="http://schemas.microsoft.com/office/drawing/2014/main" id="{B5A9B3C9-CAEF-E5CB-0C49-D64FBAB5F7C9}"/>
              </a:ext>
            </a:extLst>
          </p:cNvPr>
          <p:cNvSpPr txBox="1"/>
          <p:nvPr/>
        </p:nvSpPr>
        <p:spPr>
          <a:xfrm>
            <a:off x="17610" y="16430538"/>
            <a:ext cx="71993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400" dirty="0"/>
          </a:p>
          <a:p>
            <a:endParaRPr lang="en-US" altLang="ko-KR" sz="14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Ⓐ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000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 인기 레시피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TOP30</a:t>
            </a:r>
          </a:p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해당페이지는 앞 페이지에서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인기재료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인기테마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특정 재료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키워드 기반으로 인기 레시피 찾아보기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부분에서 특정 재료나 키워드나 테마를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선택했을시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넘어오는 페이지이다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키워드를 기준으로 레시피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TOP30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나열해준다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레시피를 보여주는 형식은 앞에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탭에서 레시피를 열거하고 보여줬던 형식과 똑같이 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정렬 버튼이나 필터 버튼도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탭의 페이지와 마찬가지로 같은 기능을 넣는다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                                                                                           </a:t>
            </a:r>
          </a:p>
        </p:txBody>
      </p:sp>
      <p:sp>
        <p:nvSpPr>
          <p:cNvPr id="4210" name="TextBox 4209">
            <a:extLst>
              <a:ext uri="{FF2B5EF4-FFF2-40B4-BE49-F238E27FC236}">
                <a16:creationId xmlns:a16="http://schemas.microsoft.com/office/drawing/2014/main" id="{1A5F7230-2EC8-E445-410A-17533D1CC2AF}"/>
              </a:ext>
            </a:extLst>
          </p:cNvPr>
          <p:cNvSpPr txBox="1"/>
          <p:nvPr/>
        </p:nvSpPr>
        <p:spPr>
          <a:xfrm>
            <a:off x="10584768" y="1968683"/>
            <a:ext cx="299879" cy="492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</a:p>
        </p:txBody>
      </p:sp>
      <p:sp>
        <p:nvSpPr>
          <p:cNvPr id="4212" name="TextBox 4211">
            <a:extLst>
              <a:ext uri="{FF2B5EF4-FFF2-40B4-BE49-F238E27FC236}">
                <a16:creationId xmlns:a16="http://schemas.microsoft.com/office/drawing/2014/main" id="{04029503-2D1B-D0A9-48F5-E7D75809B71B}"/>
              </a:ext>
            </a:extLst>
          </p:cNvPr>
          <p:cNvSpPr txBox="1"/>
          <p:nvPr/>
        </p:nvSpPr>
        <p:spPr>
          <a:xfrm>
            <a:off x="-118714" y="-643623"/>
            <a:ext cx="9008714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키워드 기반 인기 레시피 상세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(TOP30)]</a:t>
            </a:r>
          </a:p>
        </p:txBody>
      </p:sp>
      <p:grpSp>
        <p:nvGrpSpPr>
          <p:cNvPr id="4107" name="그룹 4106">
            <a:extLst>
              <a:ext uri="{FF2B5EF4-FFF2-40B4-BE49-F238E27FC236}">
                <a16:creationId xmlns:a16="http://schemas.microsoft.com/office/drawing/2014/main" id="{D2E95BD3-509B-6BF0-1206-8C4D1988B51C}"/>
              </a:ext>
            </a:extLst>
          </p:cNvPr>
          <p:cNvGrpSpPr/>
          <p:nvPr/>
        </p:nvGrpSpPr>
        <p:grpSpPr>
          <a:xfrm>
            <a:off x="0" y="17628"/>
            <a:ext cx="7211213" cy="16123399"/>
            <a:chOff x="0" y="17628"/>
            <a:chExt cx="7211213" cy="1612339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6E2DC4F-766F-2D62-C14B-75B437FDF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b="30639"/>
            <a:stretch/>
          </p:blipFill>
          <p:spPr>
            <a:xfrm>
              <a:off x="0" y="17628"/>
              <a:ext cx="7184269" cy="2288250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92A2231C-2C58-0762-8388-12C19707E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1900" y="2390838"/>
              <a:ext cx="7199313" cy="13750189"/>
            </a:xfrm>
            <a:prstGeom prst="rect">
              <a:avLst/>
            </a:prstGeom>
          </p:spPr>
        </p:pic>
      </p:grpSp>
      <p:sp>
        <p:nvSpPr>
          <p:cNvPr id="4112" name="TextBox 4111">
            <a:extLst>
              <a:ext uri="{FF2B5EF4-FFF2-40B4-BE49-F238E27FC236}">
                <a16:creationId xmlns:a16="http://schemas.microsoft.com/office/drawing/2014/main" id="{412AEA68-57E6-B7D9-0302-90B2E4B53D16}"/>
              </a:ext>
            </a:extLst>
          </p:cNvPr>
          <p:cNvSpPr txBox="1"/>
          <p:nvPr/>
        </p:nvSpPr>
        <p:spPr>
          <a:xfrm>
            <a:off x="0" y="3127826"/>
            <a:ext cx="299879" cy="492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A4E9B-77CA-3B39-4C99-23145E3CA30E}"/>
              </a:ext>
            </a:extLst>
          </p:cNvPr>
          <p:cNvSpPr txBox="1"/>
          <p:nvPr/>
        </p:nvSpPr>
        <p:spPr>
          <a:xfrm>
            <a:off x="113542" y="3044726"/>
            <a:ext cx="3781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관련 인기 레시피 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TOP 30 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782187C-2650-1584-C3E7-6511440D22C0}"/>
              </a:ext>
            </a:extLst>
          </p:cNvPr>
          <p:cNvCxnSpPr>
            <a:cxnSpLocks/>
          </p:cNvCxnSpPr>
          <p:nvPr/>
        </p:nvCxnSpPr>
        <p:spPr>
          <a:xfrm>
            <a:off x="245742" y="3389534"/>
            <a:ext cx="670782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8B64566A-4503-CDB1-EAA8-91111098397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7375233" cy="1601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73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A765-EE5C-7575-8A54-806CC04FE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FFC2D394-5E7C-B464-D375-DDEEC3DC4C6D}"/>
              </a:ext>
            </a:extLst>
          </p:cNvPr>
          <p:cNvSpPr/>
          <p:nvPr/>
        </p:nvSpPr>
        <p:spPr>
          <a:xfrm>
            <a:off x="-1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AAF2E62-60BD-5DBC-EC16-E80CEAA51F9E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098" name="Picture 2" descr="유튜브로 배우는 ppt ] 뽀글이아저씨 일러스트 캐릭터 ppt 로 만들어보기 : 네이버 블로그">
            <a:extLst>
              <a:ext uri="{FF2B5EF4-FFF2-40B4-BE49-F238E27FC236}">
                <a16:creationId xmlns:a16="http://schemas.microsoft.com/office/drawing/2014/main" id="{4FCC3734-A02B-9B2D-00B6-CCA2E2634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445" r="22445"/>
          <a:stretch/>
        </p:blipFill>
        <p:spPr bwMode="auto">
          <a:xfrm>
            <a:off x="2420471" y="3017652"/>
            <a:ext cx="1069964" cy="10920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962E83-53AA-9E78-80BB-18D7267F0F60}"/>
              </a:ext>
            </a:extLst>
          </p:cNvPr>
          <p:cNvSpPr txBox="1"/>
          <p:nvPr/>
        </p:nvSpPr>
        <p:spPr>
          <a:xfrm>
            <a:off x="482120" y="5532976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기록한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C9C70C5-EC76-53EC-941A-7DE0BB695A46}"/>
              </a:ext>
            </a:extLst>
          </p:cNvPr>
          <p:cNvCxnSpPr>
            <a:cxnSpLocks/>
          </p:cNvCxnSpPr>
          <p:nvPr/>
        </p:nvCxnSpPr>
        <p:spPr>
          <a:xfrm>
            <a:off x="625147" y="5843145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77EC3B7-52B9-C0ED-8351-7F973C661A21}"/>
              </a:ext>
            </a:extLst>
          </p:cNvPr>
          <p:cNvSpPr txBox="1"/>
          <p:nvPr/>
        </p:nvSpPr>
        <p:spPr>
          <a:xfrm>
            <a:off x="6717193" y="5467395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</p:txBody>
      </p:sp>
      <p:pic>
        <p:nvPicPr>
          <p:cNvPr id="29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02DB889E-123D-218C-B7B7-57C9201C6F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6" t="18382" r="37064" b="61373"/>
          <a:stretch/>
        </p:blipFill>
        <p:spPr bwMode="auto">
          <a:xfrm>
            <a:off x="1812023" y="5596068"/>
            <a:ext cx="248953" cy="2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DCDF198-6039-A02F-B247-2C0D6F099FFC}"/>
              </a:ext>
            </a:extLst>
          </p:cNvPr>
          <p:cNvSpPr txBox="1"/>
          <p:nvPr/>
        </p:nvSpPr>
        <p:spPr>
          <a:xfrm>
            <a:off x="482120" y="7774077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C4DD264-9499-A767-7223-CE13ED38BFD6}"/>
              </a:ext>
            </a:extLst>
          </p:cNvPr>
          <p:cNvCxnSpPr>
            <a:cxnSpLocks/>
          </p:cNvCxnSpPr>
          <p:nvPr/>
        </p:nvCxnSpPr>
        <p:spPr>
          <a:xfrm>
            <a:off x="625147" y="8084246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EE24698-F05A-B9AF-8498-B758883D46CE}"/>
              </a:ext>
            </a:extLst>
          </p:cNvPr>
          <p:cNvSpPr txBox="1"/>
          <p:nvPr/>
        </p:nvSpPr>
        <p:spPr>
          <a:xfrm>
            <a:off x="6798858" y="7772992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</p:txBody>
      </p:sp>
      <p:pic>
        <p:nvPicPr>
          <p:cNvPr id="37" name="Picture 4" descr="확인하다 - 무료 ui개 아이콘">
            <a:extLst>
              <a:ext uri="{FF2B5EF4-FFF2-40B4-BE49-F238E27FC236}">
                <a16:creationId xmlns:a16="http://schemas.microsoft.com/office/drawing/2014/main" id="{95C9564B-8D85-4B09-C121-11133310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11" y="7816511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6E3330E-4844-885C-FF61-8198593B0EE6}"/>
              </a:ext>
            </a:extLst>
          </p:cNvPr>
          <p:cNvSpPr/>
          <p:nvPr/>
        </p:nvSpPr>
        <p:spPr>
          <a:xfrm>
            <a:off x="3715058" y="3824961"/>
            <a:ext cx="1069964" cy="31017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 정보 수정 </a:t>
            </a:r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&gt;</a:t>
            </a:r>
            <a:endParaRPr lang="ko-KR" altLang="en-US" sz="882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014B7A-7849-5B1B-61F7-BBBF81692B0B}"/>
              </a:ext>
            </a:extLst>
          </p:cNvPr>
          <p:cNvSpPr txBox="1"/>
          <p:nvPr/>
        </p:nvSpPr>
        <p:spPr>
          <a:xfrm>
            <a:off x="3643447" y="3026598"/>
            <a:ext cx="1360337" cy="29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닉네임</a:t>
            </a:r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lang="ko-KR" altLang="en-US" sz="13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AADB7F-BDA3-BE98-9335-C8833A45235C}"/>
              </a:ext>
            </a:extLst>
          </p:cNvPr>
          <p:cNvSpPr txBox="1"/>
          <p:nvPr/>
        </p:nvSpPr>
        <p:spPr>
          <a:xfrm>
            <a:off x="3643447" y="3385111"/>
            <a:ext cx="1360337" cy="29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아이디</a:t>
            </a:r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lang="ko-KR" altLang="en-US" sz="13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4103" name="Picture 2">
            <a:extLst>
              <a:ext uri="{FF2B5EF4-FFF2-40B4-BE49-F238E27FC236}">
                <a16:creationId xmlns:a16="http://schemas.microsoft.com/office/drawing/2014/main" id="{B1D5AE1C-00AF-F7F5-8950-118BCDBBA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7" b="35174"/>
          <a:stretch/>
        </p:blipFill>
        <p:spPr bwMode="auto">
          <a:xfrm>
            <a:off x="571097" y="5977672"/>
            <a:ext cx="2153678" cy="96699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9" name="그림 4108">
            <a:extLst>
              <a:ext uri="{FF2B5EF4-FFF2-40B4-BE49-F238E27FC236}">
                <a16:creationId xmlns:a16="http://schemas.microsoft.com/office/drawing/2014/main" id="{D01BCE97-33D0-7A99-3A77-164B2F087C4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854" b="11854"/>
          <a:stretch/>
        </p:blipFill>
        <p:spPr>
          <a:xfrm>
            <a:off x="3086138" y="5981117"/>
            <a:ext cx="2182517" cy="963555"/>
          </a:xfrm>
          <a:prstGeom prst="roundRect">
            <a:avLst/>
          </a:prstGeom>
          <a:noFill/>
        </p:spPr>
      </p:pic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C0B5945D-A95A-DB5C-297B-486F9B57A7D3}"/>
              </a:ext>
            </a:extLst>
          </p:cNvPr>
          <p:cNvSpPr/>
          <p:nvPr/>
        </p:nvSpPr>
        <p:spPr>
          <a:xfrm>
            <a:off x="563178" y="5974051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5F145076-461D-4C6F-C2AF-08D0A61336D8}"/>
              </a:ext>
            </a:extLst>
          </p:cNvPr>
          <p:cNvSpPr/>
          <p:nvPr/>
        </p:nvSpPr>
        <p:spPr>
          <a:xfrm>
            <a:off x="3072033" y="5987022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17" name="그림 4116">
            <a:extLst>
              <a:ext uri="{FF2B5EF4-FFF2-40B4-BE49-F238E27FC236}">
                <a16:creationId xmlns:a16="http://schemas.microsoft.com/office/drawing/2014/main" id="{15130D9C-9B80-45EF-D7AF-006BAA79E9D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38224"/>
          <a:stretch/>
        </p:blipFill>
        <p:spPr>
          <a:xfrm>
            <a:off x="5632756" y="5958017"/>
            <a:ext cx="1566558" cy="986767"/>
          </a:xfrm>
          <a:prstGeom prst="rect">
            <a:avLst/>
          </a:prstGeom>
        </p:spPr>
      </p:pic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B768F6F1-E7E0-6FD6-5CFA-C78878A40ECA}"/>
              </a:ext>
            </a:extLst>
          </p:cNvPr>
          <p:cNvSpPr/>
          <p:nvPr/>
        </p:nvSpPr>
        <p:spPr>
          <a:xfrm>
            <a:off x="5647833" y="5949307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75%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4142" name="그룹 4141">
            <a:extLst>
              <a:ext uri="{FF2B5EF4-FFF2-40B4-BE49-F238E27FC236}">
                <a16:creationId xmlns:a16="http://schemas.microsoft.com/office/drawing/2014/main" id="{B3939554-4D6F-AD85-E8E9-4C1CA1484E5F}"/>
              </a:ext>
            </a:extLst>
          </p:cNvPr>
          <p:cNvGrpSpPr/>
          <p:nvPr/>
        </p:nvGrpSpPr>
        <p:grpSpPr>
          <a:xfrm>
            <a:off x="2100646" y="6646924"/>
            <a:ext cx="570547" cy="289997"/>
            <a:chOff x="1470809" y="4241787"/>
            <a:chExt cx="452915" cy="230207"/>
          </a:xfrm>
        </p:grpSpPr>
        <p:grpSp>
          <p:nvGrpSpPr>
            <p:cNvPr id="4104" name="그룹 4103">
              <a:extLst>
                <a:ext uri="{FF2B5EF4-FFF2-40B4-BE49-F238E27FC236}">
                  <a16:creationId xmlns:a16="http://schemas.microsoft.com/office/drawing/2014/main" id="{38796015-428B-4FDE-56FA-967BC538D1D3}"/>
                </a:ext>
              </a:extLst>
            </p:cNvPr>
            <p:cNvGrpSpPr/>
            <p:nvPr/>
          </p:nvGrpSpPr>
          <p:grpSpPr>
            <a:xfrm>
              <a:off x="1724694" y="4259159"/>
              <a:ext cx="199030" cy="200201"/>
              <a:chOff x="7257057" y="1634035"/>
              <a:chExt cx="199030" cy="200201"/>
            </a:xfrm>
          </p:grpSpPr>
          <p:sp>
            <p:nvSpPr>
              <p:cNvPr id="4105" name="타원 4104">
                <a:extLst>
                  <a:ext uri="{FF2B5EF4-FFF2-40B4-BE49-F238E27FC236}">
                    <a16:creationId xmlns:a16="http://schemas.microsoft.com/office/drawing/2014/main" id="{726E7EBA-55FC-9F8B-F9B2-C5199B50FB19}"/>
                  </a:ext>
                </a:extLst>
              </p:cNvPr>
              <p:cNvSpPr/>
              <p:nvPr/>
            </p:nvSpPr>
            <p:spPr>
              <a:xfrm>
                <a:off x="7257057" y="1634035"/>
                <a:ext cx="199030" cy="19903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pic>
            <p:nvPicPr>
              <p:cNvPr id="4107" name="그림 4106">
                <a:extLst>
                  <a:ext uri="{FF2B5EF4-FFF2-40B4-BE49-F238E27FC236}">
                    <a16:creationId xmlns:a16="http://schemas.microsoft.com/office/drawing/2014/main" id="{3727FDDD-10A4-1CF3-C967-372424DDA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lum bright="70000" contrast="-70000"/>
              </a:blip>
              <a:srcRect r="58948"/>
              <a:stretch/>
            </p:blipFill>
            <p:spPr>
              <a:xfrm>
                <a:off x="7266582" y="1675726"/>
                <a:ext cx="167681" cy="158510"/>
              </a:xfrm>
              <a:prstGeom prst="rect">
                <a:avLst/>
              </a:prstGeom>
            </p:spPr>
          </p:pic>
        </p:grpSp>
        <p:sp>
          <p:nvSpPr>
            <p:cNvPr id="4119" name="타원 4118">
              <a:extLst>
                <a:ext uri="{FF2B5EF4-FFF2-40B4-BE49-F238E27FC236}">
                  <a16:creationId xmlns:a16="http://schemas.microsoft.com/office/drawing/2014/main" id="{746EF4B7-D58D-59B2-2D84-2F650AECCFA6}"/>
                </a:ext>
              </a:extLst>
            </p:cNvPr>
            <p:cNvSpPr/>
            <p:nvPr/>
          </p:nvSpPr>
          <p:spPr>
            <a:xfrm>
              <a:off x="1470809" y="4241787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20" name="그림 4119">
              <a:extLst>
                <a:ext uri="{FF2B5EF4-FFF2-40B4-BE49-F238E27FC236}">
                  <a16:creationId xmlns:a16="http://schemas.microsoft.com/office/drawing/2014/main" id="{0525F2B1-06C1-4F1A-6870-255689116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 bright="70000" contrast="-70000"/>
            </a:blip>
            <a:stretch>
              <a:fillRect/>
            </a:stretch>
          </p:blipFill>
          <p:spPr>
            <a:xfrm>
              <a:off x="1511179" y="4313497"/>
              <a:ext cx="149467" cy="107990"/>
            </a:xfrm>
            <a:prstGeom prst="rect">
              <a:avLst/>
            </a:prstGeom>
          </p:spPr>
        </p:pic>
      </p:grpSp>
      <p:sp>
        <p:nvSpPr>
          <p:cNvPr id="4124" name="TextBox 4123">
            <a:extLst>
              <a:ext uri="{FF2B5EF4-FFF2-40B4-BE49-F238E27FC236}">
                <a16:creationId xmlns:a16="http://schemas.microsoft.com/office/drawing/2014/main" id="{7A367770-1B95-A1B7-D061-BB4096D85871}"/>
              </a:ext>
            </a:extLst>
          </p:cNvPr>
          <p:cNvSpPr txBox="1"/>
          <p:nvPr/>
        </p:nvSpPr>
        <p:spPr>
          <a:xfrm>
            <a:off x="476224" y="6981103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틱톡에서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유행하는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초간단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안주레시피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5" name="TextBox 4124">
            <a:extLst>
              <a:ext uri="{FF2B5EF4-FFF2-40B4-BE49-F238E27FC236}">
                <a16:creationId xmlns:a16="http://schemas.microsoft.com/office/drawing/2014/main" id="{715CF865-620F-F9D2-483A-5FD6008E7FFC}"/>
              </a:ext>
            </a:extLst>
          </p:cNvPr>
          <p:cNvSpPr txBox="1"/>
          <p:nvPr/>
        </p:nvSpPr>
        <p:spPr>
          <a:xfrm>
            <a:off x="2988690" y="6981103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다이어트 김밥 만들기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오이김밥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</a:p>
        </p:txBody>
      </p:sp>
      <p:sp>
        <p:nvSpPr>
          <p:cNvPr id="4126" name="TextBox 4125">
            <a:extLst>
              <a:ext uri="{FF2B5EF4-FFF2-40B4-BE49-F238E27FC236}">
                <a16:creationId xmlns:a16="http://schemas.microsoft.com/office/drawing/2014/main" id="{D76CBD4D-6583-85E8-6A5C-6ACF789E7E61}"/>
              </a:ext>
            </a:extLst>
          </p:cNvPr>
          <p:cNvSpPr txBox="1"/>
          <p:nvPr/>
        </p:nvSpPr>
        <p:spPr>
          <a:xfrm>
            <a:off x="5552654" y="6979628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숙취해소로 최고인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황태해장국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27" name="그림 4126">
            <a:extLst>
              <a:ext uri="{FF2B5EF4-FFF2-40B4-BE49-F238E27FC236}">
                <a16:creationId xmlns:a16="http://schemas.microsoft.com/office/drawing/2014/main" id="{FE63CEF6-E112-1C6B-27E8-9ED7407FB04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7891" b="23831"/>
          <a:stretch/>
        </p:blipFill>
        <p:spPr>
          <a:xfrm>
            <a:off x="618636" y="8182939"/>
            <a:ext cx="2106138" cy="1116638"/>
          </a:xfrm>
          <a:prstGeom prst="roundRect">
            <a:avLst/>
          </a:prstGeom>
          <a:noFill/>
        </p:spPr>
      </p:pic>
      <p:sp>
        <p:nvSpPr>
          <p:cNvPr id="4128" name="TextBox 4127">
            <a:extLst>
              <a:ext uri="{FF2B5EF4-FFF2-40B4-BE49-F238E27FC236}">
                <a16:creationId xmlns:a16="http://schemas.microsoft.com/office/drawing/2014/main" id="{01BBEC67-DCAA-1835-2EAD-AF85A0FDB960}"/>
              </a:ext>
            </a:extLst>
          </p:cNvPr>
          <p:cNvSpPr txBox="1"/>
          <p:nvPr/>
        </p:nvSpPr>
        <p:spPr>
          <a:xfrm>
            <a:off x="532821" y="9319568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간단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9" name="TextBox 4128">
            <a:extLst>
              <a:ext uri="{FF2B5EF4-FFF2-40B4-BE49-F238E27FC236}">
                <a16:creationId xmlns:a16="http://schemas.microsoft.com/office/drawing/2014/main" id="{CB1DA187-E0A8-19D3-5D2A-89501C7648D8}"/>
              </a:ext>
            </a:extLst>
          </p:cNvPr>
          <p:cNvSpPr txBox="1"/>
          <p:nvPr/>
        </p:nvSpPr>
        <p:spPr>
          <a:xfrm>
            <a:off x="3033818" y="9300182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 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0" name="그림 4129">
            <a:extLst>
              <a:ext uri="{FF2B5EF4-FFF2-40B4-BE49-F238E27FC236}">
                <a16:creationId xmlns:a16="http://schemas.microsoft.com/office/drawing/2014/main" id="{A664407B-0F10-B71D-B303-DAB8FC874E3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3574" b="18917"/>
          <a:stretch/>
        </p:blipFill>
        <p:spPr>
          <a:xfrm>
            <a:off x="3086138" y="8179992"/>
            <a:ext cx="2182517" cy="1115013"/>
          </a:xfrm>
          <a:prstGeom prst="roundRect">
            <a:avLst/>
          </a:prstGeom>
          <a:noFill/>
        </p:spPr>
      </p:pic>
      <p:sp>
        <p:nvSpPr>
          <p:cNvPr id="4131" name="TextBox 4130">
            <a:extLst>
              <a:ext uri="{FF2B5EF4-FFF2-40B4-BE49-F238E27FC236}">
                <a16:creationId xmlns:a16="http://schemas.microsoft.com/office/drawing/2014/main" id="{095A91A8-33C7-D9DD-9C58-7874223ED6D6}"/>
              </a:ext>
            </a:extLst>
          </p:cNvPr>
          <p:cNvSpPr txBox="1"/>
          <p:nvPr/>
        </p:nvSpPr>
        <p:spPr>
          <a:xfrm>
            <a:off x="5617820" y="9300182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 장아찌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4" name="그림 4133">
            <a:extLst>
              <a:ext uri="{FF2B5EF4-FFF2-40B4-BE49-F238E27FC236}">
                <a16:creationId xmlns:a16="http://schemas.microsoft.com/office/drawing/2014/main" id="{52070868-CC28-8676-0AA0-7C25803C84E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32290"/>
          <a:stretch/>
        </p:blipFill>
        <p:spPr>
          <a:xfrm>
            <a:off x="5696491" y="8178905"/>
            <a:ext cx="1502825" cy="1144310"/>
          </a:xfrm>
          <a:prstGeom prst="rect">
            <a:avLst/>
          </a:prstGeom>
        </p:spPr>
      </p:pic>
      <p:sp>
        <p:nvSpPr>
          <p:cNvPr id="4138" name="TextBox 4137">
            <a:extLst>
              <a:ext uri="{FF2B5EF4-FFF2-40B4-BE49-F238E27FC236}">
                <a16:creationId xmlns:a16="http://schemas.microsoft.com/office/drawing/2014/main" id="{E3629D65-ED80-C8C9-C07C-30EAEBD668DC}"/>
              </a:ext>
            </a:extLst>
          </p:cNvPr>
          <p:cNvSpPr txBox="1"/>
          <p:nvPr/>
        </p:nvSpPr>
        <p:spPr>
          <a:xfrm>
            <a:off x="-1" y="16942315"/>
            <a:ext cx="9398895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400" dirty="0"/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설명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탭의 페이지에 해당한다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닉네임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아이디가 보이며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정보 수정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기능으로 들어갈 수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아래는 내가 기록한 레시피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완료한 레시피 등을 기록했던걸 보여준다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홈페이지 메뉴 네비게이션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홈페이지의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메뉴바이다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일단 크게는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냉장고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이렇게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네가지의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메뉴가 있음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페이지는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페이지의 첫 페이지에 해당한다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비로그인 상태 가능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</a:p>
          <a:p>
            <a:pPr marL="215976" indent="-215976">
              <a:buFontTx/>
              <a:buChar char="-"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아이콘은 클릭이 안된 경우엔 아래 경로의 이미지 아이콘을 쓰고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화이트계열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\assets\navigator_myfridgerecipe_white.png“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\assets\navigator_popularity_white.png“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\assets\navigator_mypage_white.png“</a:t>
            </a:r>
          </a:p>
          <a:p>
            <a:pPr marL="215976" indent="-215976">
              <a:buFontTx/>
              <a:buChar char="-"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클릭이 된 경우엔 아래 경로의 이미지 아이콘을 쓴다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블랙계열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\assets\navigator_myfridgerecipe_black.png“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\assets\navigator_popularity_black.png“</a:t>
            </a:r>
          </a:p>
          <a:p>
            <a:pPr marL="215976" indent="-215976">
              <a:buFontTx/>
              <a:buChar char="-"/>
            </a:pP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＂C:\Users\user\Desktop\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RefrigeratorCode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\frontend\</a:t>
            </a:r>
            <a:r>
              <a:rPr lang="en-US" altLang="ko-KR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src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\assets\navigator_mypage_black.png“</a:t>
            </a: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지금은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마이페이지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페이지에 해당하니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마이페이지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에 해당하는 아이콘만 블랙 계열의 파일을 쓰고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마이페이지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의 글씨만 가장 진한 검정이고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나머지는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회색글자이다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. 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ⓑ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정보	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나의 닉네임과 사용자 아이디가 보여진다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옆에는 내 정보 수정을 할 수 있는 버튼이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버튼을 누르면 내 정보를 수정할 수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닉네임과 핸드폰번호 비밀번호 정도만 수정할 수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있도록한다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endParaRPr lang="en-US" altLang="ko-KR" sz="1400" dirty="0"/>
          </a:p>
          <a:p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Ⓒ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기록한 레시피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앞서 다른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페이지들에서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버튼을 눌러서 기록을 한 레시피는 여기에 보여진다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나열 기준은 최근 기준이다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여기엔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썸네일에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버튼만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게시글의 나열은 옆으로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쭈욱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늘어져있는데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드래그를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옆으로하면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새로운 게시글이 계속 나오는 형태이다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이걸 뭐라하지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?) </a:t>
            </a:r>
          </a:p>
          <a:p>
            <a:endParaRPr lang="en-US" altLang="ko-KR" sz="1400" dirty="0"/>
          </a:p>
          <a:p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Ⓓ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 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앞서 다른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페이지들에서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버튼을 눌러서 내가 이 요리를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완료했다는걸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남긴 레시피는 여기에 보여진다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나열 기준은 최근 기준이다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여기엔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썸네일에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공유하기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기록하기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버튼만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그리고 게시글의 나열은 옆으로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쭈욱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늘어져있는데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드래그를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옆으로하면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새로운 게시글이 계속 나오는 형태이다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이걸 뭐라하지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?) </a:t>
            </a:r>
          </a:p>
        </p:txBody>
      </p:sp>
      <p:sp>
        <p:nvSpPr>
          <p:cNvPr id="4139" name="TextBox 4138">
            <a:extLst>
              <a:ext uri="{FF2B5EF4-FFF2-40B4-BE49-F238E27FC236}">
                <a16:creationId xmlns:a16="http://schemas.microsoft.com/office/drawing/2014/main" id="{AE5AB750-C55D-BCEF-C2B1-C83E7B030CE6}"/>
              </a:ext>
            </a:extLst>
          </p:cNvPr>
          <p:cNvSpPr txBox="1"/>
          <p:nvPr/>
        </p:nvSpPr>
        <p:spPr>
          <a:xfrm>
            <a:off x="-1900143" y="3024342"/>
            <a:ext cx="299879" cy="492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ⓑ</a:t>
            </a:r>
          </a:p>
        </p:txBody>
      </p:sp>
      <p:sp>
        <p:nvSpPr>
          <p:cNvPr id="4140" name="TextBox 4139">
            <a:extLst>
              <a:ext uri="{FF2B5EF4-FFF2-40B4-BE49-F238E27FC236}">
                <a16:creationId xmlns:a16="http://schemas.microsoft.com/office/drawing/2014/main" id="{2260F871-6A41-8CC1-2A47-A185ABD8C3A8}"/>
              </a:ext>
            </a:extLst>
          </p:cNvPr>
          <p:cNvSpPr txBox="1"/>
          <p:nvPr/>
        </p:nvSpPr>
        <p:spPr>
          <a:xfrm>
            <a:off x="-1434692" y="5465574"/>
            <a:ext cx="299879" cy="492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Ⓒ</a:t>
            </a:r>
          </a:p>
        </p:txBody>
      </p:sp>
      <p:sp>
        <p:nvSpPr>
          <p:cNvPr id="4141" name="TextBox 4140">
            <a:extLst>
              <a:ext uri="{FF2B5EF4-FFF2-40B4-BE49-F238E27FC236}">
                <a16:creationId xmlns:a16="http://schemas.microsoft.com/office/drawing/2014/main" id="{472CBE95-2E06-586B-B7CB-84A577025E09}"/>
              </a:ext>
            </a:extLst>
          </p:cNvPr>
          <p:cNvSpPr txBox="1"/>
          <p:nvPr/>
        </p:nvSpPr>
        <p:spPr>
          <a:xfrm>
            <a:off x="-1434692" y="7689112"/>
            <a:ext cx="299879" cy="492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3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ⓓ</a:t>
            </a:r>
          </a:p>
        </p:txBody>
      </p:sp>
      <p:grpSp>
        <p:nvGrpSpPr>
          <p:cNvPr id="4110" name="그룹 4109">
            <a:extLst>
              <a:ext uri="{FF2B5EF4-FFF2-40B4-BE49-F238E27FC236}">
                <a16:creationId xmlns:a16="http://schemas.microsoft.com/office/drawing/2014/main" id="{A82DB09C-1942-E865-030E-E6CF974FBA10}"/>
              </a:ext>
            </a:extLst>
          </p:cNvPr>
          <p:cNvGrpSpPr/>
          <p:nvPr/>
        </p:nvGrpSpPr>
        <p:grpSpPr>
          <a:xfrm>
            <a:off x="4673632" y="9004744"/>
            <a:ext cx="518048" cy="260567"/>
            <a:chOff x="7257057" y="1627391"/>
            <a:chExt cx="411240" cy="206845"/>
          </a:xfrm>
        </p:grpSpPr>
        <p:sp>
          <p:nvSpPr>
            <p:cNvPr id="4111" name="타원 4110">
              <a:extLst>
                <a:ext uri="{FF2B5EF4-FFF2-40B4-BE49-F238E27FC236}">
                  <a16:creationId xmlns:a16="http://schemas.microsoft.com/office/drawing/2014/main" id="{092B8754-8575-C9B4-7EDF-C84480A57224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12" name="타원 4111">
              <a:extLst>
                <a:ext uri="{FF2B5EF4-FFF2-40B4-BE49-F238E27FC236}">
                  <a16:creationId xmlns:a16="http://schemas.microsoft.com/office/drawing/2014/main" id="{6E94B31C-6F19-A852-2574-CD04CF4827B4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13" name="그림 4112">
              <a:extLst>
                <a:ext uri="{FF2B5EF4-FFF2-40B4-BE49-F238E27FC236}">
                  <a16:creationId xmlns:a16="http://schemas.microsoft.com/office/drawing/2014/main" id="{AA4A9B05-979C-21ED-C356-FDA924365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14" name="그림 4113">
              <a:extLst>
                <a:ext uri="{FF2B5EF4-FFF2-40B4-BE49-F238E27FC236}">
                  <a16:creationId xmlns:a16="http://schemas.microsoft.com/office/drawing/2014/main" id="{5B007530-47F6-9807-8040-FF956C98A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grpSp>
        <p:nvGrpSpPr>
          <p:cNvPr id="4143" name="그룹 4142">
            <a:extLst>
              <a:ext uri="{FF2B5EF4-FFF2-40B4-BE49-F238E27FC236}">
                <a16:creationId xmlns:a16="http://schemas.microsoft.com/office/drawing/2014/main" id="{4B7E96CA-5869-EE33-2E91-2963E2DA9507}"/>
              </a:ext>
            </a:extLst>
          </p:cNvPr>
          <p:cNvGrpSpPr/>
          <p:nvPr/>
        </p:nvGrpSpPr>
        <p:grpSpPr>
          <a:xfrm>
            <a:off x="4608385" y="6646924"/>
            <a:ext cx="570547" cy="289997"/>
            <a:chOff x="1470809" y="4241787"/>
            <a:chExt cx="452915" cy="230207"/>
          </a:xfrm>
        </p:grpSpPr>
        <p:grpSp>
          <p:nvGrpSpPr>
            <p:cNvPr id="4144" name="그룹 4143">
              <a:extLst>
                <a:ext uri="{FF2B5EF4-FFF2-40B4-BE49-F238E27FC236}">
                  <a16:creationId xmlns:a16="http://schemas.microsoft.com/office/drawing/2014/main" id="{0D0928CB-227D-9496-CDB3-09433FD79F41}"/>
                </a:ext>
              </a:extLst>
            </p:cNvPr>
            <p:cNvGrpSpPr/>
            <p:nvPr/>
          </p:nvGrpSpPr>
          <p:grpSpPr>
            <a:xfrm>
              <a:off x="1724694" y="4259159"/>
              <a:ext cx="199030" cy="200201"/>
              <a:chOff x="7257057" y="1634035"/>
              <a:chExt cx="199030" cy="200201"/>
            </a:xfrm>
          </p:grpSpPr>
          <p:sp>
            <p:nvSpPr>
              <p:cNvPr id="4147" name="타원 4146">
                <a:extLst>
                  <a:ext uri="{FF2B5EF4-FFF2-40B4-BE49-F238E27FC236}">
                    <a16:creationId xmlns:a16="http://schemas.microsoft.com/office/drawing/2014/main" id="{00ECA40E-7760-FBE6-963C-8E84C9C25ADA}"/>
                  </a:ext>
                </a:extLst>
              </p:cNvPr>
              <p:cNvSpPr/>
              <p:nvPr/>
            </p:nvSpPr>
            <p:spPr>
              <a:xfrm>
                <a:off x="7257057" y="1634035"/>
                <a:ext cx="199030" cy="19903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pic>
            <p:nvPicPr>
              <p:cNvPr id="4148" name="그림 4147">
                <a:extLst>
                  <a:ext uri="{FF2B5EF4-FFF2-40B4-BE49-F238E27FC236}">
                    <a16:creationId xmlns:a16="http://schemas.microsoft.com/office/drawing/2014/main" id="{9D38557D-A598-2AF7-6711-24834CEC3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lum bright="70000" contrast="-70000"/>
              </a:blip>
              <a:srcRect r="58948"/>
              <a:stretch/>
            </p:blipFill>
            <p:spPr>
              <a:xfrm>
                <a:off x="7266582" y="1675726"/>
                <a:ext cx="167681" cy="158510"/>
              </a:xfrm>
              <a:prstGeom prst="rect">
                <a:avLst/>
              </a:prstGeom>
            </p:spPr>
          </p:pic>
        </p:grpSp>
        <p:sp>
          <p:nvSpPr>
            <p:cNvPr id="4145" name="타원 4144">
              <a:extLst>
                <a:ext uri="{FF2B5EF4-FFF2-40B4-BE49-F238E27FC236}">
                  <a16:creationId xmlns:a16="http://schemas.microsoft.com/office/drawing/2014/main" id="{9CBA4CEC-8A46-4D98-8425-1458D9B4E6A5}"/>
                </a:ext>
              </a:extLst>
            </p:cNvPr>
            <p:cNvSpPr/>
            <p:nvPr/>
          </p:nvSpPr>
          <p:spPr>
            <a:xfrm>
              <a:off x="1470809" y="4241787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46" name="그림 4145">
              <a:extLst>
                <a:ext uri="{FF2B5EF4-FFF2-40B4-BE49-F238E27FC236}">
                  <a16:creationId xmlns:a16="http://schemas.microsoft.com/office/drawing/2014/main" id="{BC457321-3731-1ACB-9E97-F84528E3F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 bright="70000" contrast="-70000"/>
            </a:blip>
            <a:stretch>
              <a:fillRect/>
            </a:stretch>
          </p:blipFill>
          <p:spPr>
            <a:xfrm>
              <a:off x="1511179" y="4313497"/>
              <a:ext cx="149467" cy="107990"/>
            </a:xfrm>
            <a:prstGeom prst="rect">
              <a:avLst/>
            </a:prstGeom>
          </p:spPr>
        </p:pic>
      </p:grpSp>
      <p:grpSp>
        <p:nvGrpSpPr>
          <p:cNvPr id="4149" name="그룹 4148">
            <a:extLst>
              <a:ext uri="{FF2B5EF4-FFF2-40B4-BE49-F238E27FC236}">
                <a16:creationId xmlns:a16="http://schemas.microsoft.com/office/drawing/2014/main" id="{F541F971-1BE9-B562-D290-36C8D5E2300F}"/>
              </a:ext>
            </a:extLst>
          </p:cNvPr>
          <p:cNvGrpSpPr/>
          <p:nvPr/>
        </p:nvGrpSpPr>
        <p:grpSpPr>
          <a:xfrm>
            <a:off x="2131272" y="8995442"/>
            <a:ext cx="518048" cy="260567"/>
            <a:chOff x="7257057" y="1627391"/>
            <a:chExt cx="411240" cy="206845"/>
          </a:xfrm>
        </p:grpSpPr>
        <p:sp>
          <p:nvSpPr>
            <p:cNvPr id="4150" name="타원 4149">
              <a:extLst>
                <a:ext uri="{FF2B5EF4-FFF2-40B4-BE49-F238E27FC236}">
                  <a16:creationId xmlns:a16="http://schemas.microsoft.com/office/drawing/2014/main" id="{4980D08B-1423-987E-90DB-A15AD5B9EE9B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51" name="타원 4150">
              <a:extLst>
                <a:ext uri="{FF2B5EF4-FFF2-40B4-BE49-F238E27FC236}">
                  <a16:creationId xmlns:a16="http://schemas.microsoft.com/office/drawing/2014/main" id="{FBDDD39C-744E-8882-EB13-F57C07AE4859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52" name="그림 4151">
              <a:extLst>
                <a:ext uri="{FF2B5EF4-FFF2-40B4-BE49-F238E27FC236}">
                  <a16:creationId xmlns:a16="http://schemas.microsoft.com/office/drawing/2014/main" id="{EFD17012-D3C9-8D2B-1D9E-4738A5067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54" name="그림 4153">
              <a:extLst>
                <a:ext uri="{FF2B5EF4-FFF2-40B4-BE49-F238E27FC236}">
                  <a16:creationId xmlns:a16="http://schemas.microsoft.com/office/drawing/2014/main" id="{159AD745-912B-698A-D710-2CFD51ED0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614DBCC1-A4F8-8AD1-BB7C-2CD9F3BC68F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82E556-3090-E3DE-DE5D-105A15A61ED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B69BCE-F746-8660-F052-E160C5537076}"/>
              </a:ext>
            </a:extLst>
          </p:cNvPr>
          <p:cNvSpPr txBox="1"/>
          <p:nvPr/>
        </p:nvSpPr>
        <p:spPr>
          <a:xfrm>
            <a:off x="850034" y="1494365"/>
            <a:ext cx="547576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사용자 닉네임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님이 기록하고 살펴본 요리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564128-889B-4EFE-04C2-64144FE1AFEE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D311F1-8079-22BE-6082-F1D32112E72D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E6490D78-9B9B-8965-768A-8341934B29B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61" y="14567438"/>
            <a:ext cx="299565" cy="52873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1D56476-7F12-5184-277D-3CDD05CACF0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4BDA1A1-A8C6-596E-2B33-E889D6DC58D9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10A059E-67CB-43D4-9BEE-0A1FD964853A}"/>
              </a:ext>
            </a:extLst>
          </p:cNvPr>
          <p:cNvSpPr/>
          <p:nvPr/>
        </p:nvSpPr>
        <p:spPr>
          <a:xfrm>
            <a:off x="682423" y="10900454"/>
            <a:ext cx="6087321" cy="2805297"/>
          </a:xfrm>
          <a:prstGeom prst="roundRect">
            <a:avLst>
              <a:gd name="adj" fmla="val 8518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추후 광고 추가 할 자리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새로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사야하는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쿠팡이나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마켓컬리로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 algn="ctr">
              <a:buNone/>
            </a:pP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바로 이동 가능하게 하여</a:t>
            </a:r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광고 삽입하기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1E4C11D-BC69-D6CF-D7D3-621AB947799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60992E7-1738-BB1B-E560-D9472A97F53A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6FB815F6-101A-D369-44C7-6B8498B5424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7"/>
            <a:ext cx="430038" cy="473340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F1072DD8-208C-AC29-46E6-55C3E5280F48}"/>
              </a:ext>
            </a:extLst>
          </p:cNvPr>
          <p:cNvSpPr/>
          <p:nvPr/>
        </p:nvSpPr>
        <p:spPr>
          <a:xfrm>
            <a:off x="-6393" y="14188218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3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5F5FEE-050F-BD53-99B2-1D57A4CC2739}"/>
              </a:ext>
            </a:extLst>
          </p:cNvPr>
          <p:cNvSpPr txBox="1"/>
          <p:nvPr/>
        </p:nvSpPr>
        <p:spPr>
          <a:xfrm>
            <a:off x="-118714" y="-643623"/>
            <a:ext cx="6708213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메인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F4328D-71DD-94C3-03C8-44B7B9BE346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93940" y="0"/>
            <a:ext cx="7230688" cy="1547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13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3D97-82AB-6C8A-3F1A-77FF9463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3" name="직사각형 4172">
            <a:extLst>
              <a:ext uri="{FF2B5EF4-FFF2-40B4-BE49-F238E27FC236}">
                <a16:creationId xmlns:a16="http://schemas.microsoft.com/office/drawing/2014/main" id="{A8C1EC09-71C6-8AE0-B292-954E18734D98}"/>
              </a:ext>
            </a:extLst>
          </p:cNvPr>
          <p:cNvSpPr/>
          <p:nvPr/>
        </p:nvSpPr>
        <p:spPr>
          <a:xfrm>
            <a:off x="-1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DE12F3A-44D7-9901-7BCD-F97AC9433EDE}"/>
              </a:ext>
            </a:extLst>
          </p:cNvPr>
          <p:cNvCxnSpPr>
            <a:cxnSpLocks/>
          </p:cNvCxnSpPr>
          <p:nvPr/>
        </p:nvCxnSpPr>
        <p:spPr>
          <a:xfrm>
            <a:off x="348104" y="2478839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06" name="그룹 4105">
            <a:extLst>
              <a:ext uri="{FF2B5EF4-FFF2-40B4-BE49-F238E27FC236}">
                <a16:creationId xmlns:a16="http://schemas.microsoft.com/office/drawing/2014/main" id="{6D9DF7E3-E92C-0670-75EF-91E5C57FB813}"/>
              </a:ext>
            </a:extLst>
          </p:cNvPr>
          <p:cNvGrpSpPr/>
          <p:nvPr/>
        </p:nvGrpSpPr>
        <p:grpSpPr>
          <a:xfrm>
            <a:off x="2586565" y="2013396"/>
            <a:ext cx="2026182" cy="307777"/>
            <a:chOff x="2195527" y="3174365"/>
            <a:chExt cx="2026182" cy="3077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547303-FC27-C4F9-A5B4-337758BAD117}"/>
                </a:ext>
              </a:extLst>
            </p:cNvPr>
            <p:cNvSpPr txBox="1"/>
            <p:nvPr/>
          </p:nvSpPr>
          <p:spPr>
            <a:xfrm>
              <a:off x="2195527" y="3174365"/>
              <a:ext cx="20261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내가 완료한 레시피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11" name="Picture 4" descr="확인하다 - 무료 ui개 아이콘">
              <a:extLst>
                <a:ext uri="{FF2B5EF4-FFF2-40B4-BE49-F238E27FC236}">
                  <a16:creationId xmlns:a16="http://schemas.microsoft.com/office/drawing/2014/main" id="{52C83968-95C9-4BE7-AA56-6FF6BD043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5493" y="3216798"/>
              <a:ext cx="241765" cy="241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91E6C2E-9415-83FE-F211-280F6E803510}"/>
              </a:ext>
            </a:extLst>
          </p:cNvPr>
          <p:cNvSpPr/>
          <p:nvPr/>
        </p:nvSpPr>
        <p:spPr>
          <a:xfrm>
            <a:off x="8174901" y="2679568"/>
            <a:ext cx="6707827" cy="2087464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E053ACB-10E8-E164-098D-7506675C8A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57" b="4397"/>
          <a:stretch/>
        </p:blipFill>
        <p:spPr>
          <a:xfrm>
            <a:off x="8383411" y="2831153"/>
            <a:ext cx="830748" cy="7950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3A9DD49-45B0-2E42-B84C-CCCAE38FB07C}"/>
              </a:ext>
            </a:extLst>
          </p:cNvPr>
          <p:cNvSpPr txBox="1"/>
          <p:nvPr/>
        </p:nvSpPr>
        <p:spPr>
          <a:xfrm>
            <a:off x="9335573" y="2793910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간단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0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36768A56-0EB2-EAE6-EEEC-7E5A53F01B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3748424" y="2862109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F41AD5E-8389-8BAE-83B6-862ECF43D329}"/>
              </a:ext>
            </a:extLst>
          </p:cNvPr>
          <p:cNvSpPr/>
          <p:nvPr/>
        </p:nvSpPr>
        <p:spPr>
          <a:xfrm>
            <a:off x="8342267" y="3767775"/>
            <a:ext cx="871892" cy="79505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99%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59D577-9877-2BEA-061A-B8EBBDF2A425}"/>
              </a:ext>
            </a:extLst>
          </p:cNvPr>
          <p:cNvSpPr txBox="1"/>
          <p:nvPr/>
        </p:nvSpPr>
        <p:spPr>
          <a:xfrm>
            <a:off x="13830328" y="2793910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777ls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KoPubWorld돋움체 Medium" panose="00000600000000000000" pitchFamily="2" charset="-127"/>
              </a:rPr>
              <a:t>25-03-08</a:t>
            </a:r>
            <a:endParaRPr lang="en-US" altLang="ko-KR" sz="126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06BC5B-152E-6B4A-B8F3-9A40C9B388AB}"/>
              </a:ext>
            </a:extLst>
          </p:cNvPr>
          <p:cNvSpPr txBox="1"/>
          <p:nvPr/>
        </p:nvSpPr>
        <p:spPr>
          <a:xfrm>
            <a:off x="9317475" y="3138308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저는 평소 찬거리 고를 때 마트에 가서 한 번 쭉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~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둘러 본 다음에 오늘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세일하는거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뭔가 보고 결정을 해요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지난주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어느날에는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마트에 갔는데 오징어 세일이라 집어 왔어요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ㅎ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그래서 이걸로 오징어요리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뭐할까하다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그냥 제일 간단한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물기없는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오징어볶음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레시피 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895B011-62F6-E019-593F-CE16E6DA4646}"/>
              </a:ext>
            </a:extLst>
          </p:cNvPr>
          <p:cNvSpPr/>
          <p:nvPr/>
        </p:nvSpPr>
        <p:spPr>
          <a:xfrm>
            <a:off x="9354806" y="376371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FA4ADC9-911C-41F6-28C2-57998F053B5B}"/>
              </a:ext>
            </a:extLst>
          </p:cNvPr>
          <p:cNvSpPr/>
          <p:nvPr/>
        </p:nvSpPr>
        <p:spPr>
          <a:xfrm>
            <a:off x="9354806" y="405972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3917038-40B7-CE89-0856-17EBA8E6A5E8}"/>
              </a:ext>
            </a:extLst>
          </p:cNvPr>
          <p:cNvSpPr/>
          <p:nvPr/>
        </p:nvSpPr>
        <p:spPr>
          <a:xfrm>
            <a:off x="10408538" y="405689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598A5AF-F8A0-FF2A-A60A-0F41B5D3E8BB}"/>
              </a:ext>
            </a:extLst>
          </p:cNvPr>
          <p:cNvSpPr/>
          <p:nvPr/>
        </p:nvSpPr>
        <p:spPr>
          <a:xfrm>
            <a:off x="10408538" y="37654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17DE247-C01A-347B-F8ED-7FAE23CDCBFF}"/>
              </a:ext>
            </a:extLst>
          </p:cNvPr>
          <p:cNvSpPr/>
          <p:nvPr/>
        </p:nvSpPr>
        <p:spPr>
          <a:xfrm>
            <a:off x="10910887" y="37654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1246F95-D67D-FEA7-8EFD-681F009E63D3}"/>
              </a:ext>
            </a:extLst>
          </p:cNvPr>
          <p:cNvSpPr/>
          <p:nvPr/>
        </p:nvSpPr>
        <p:spPr>
          <a:xfrm>
            <a:off x="11413237" y="37654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통깨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8805B75-3076-AFF1-06CA-0CB071634F20}"/>
              </a:ext>
            </a:extLst>
          </p:cNvPr>
          <p:cNvSpPr/>
          <p:nvPr/>
        </p:nvSpPr>
        <p:spPr>
          <a:xfrm>
            <a:off x="11915586" y="37654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참기름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A194399-33C0-F4D5-354E-EBE1AC1F79D7}"/>
              </a:ext>
            </a:extLst>
          </p:cNvPr>
          <p:cNvSpPr/>
          <p:nvPr/>
        </p:nvSpPr>
        <p:spPr>
          <a:xfrm>
            <a:off x="12417936" y="37654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고춧가루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1A8FFFF-B38B-047B-D79C-2EE0A00A73AD}"/>
              </a:ext>
            </a:extLst>
          </p:cNvPr>
          <p:cNvSpPr/>
          <p:nvPr/>
        </p:nvSpPr>
        <p:spPr>
          <a:xfrm>
            <a:off x="12920285" y="37654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올리고당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1C7EEF4-156E-BCF5-0F8B-A8B5933435B5}"/>
              </a:ext>
            </a:extLst>
          </p:cNvPr>
          <p:cNvSpPr/>
          <p:nvPr/>
        </p:nvSpPr>
        <p:spPr>
          <a:xfrm>
            <a:off x="13422635" y="37654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620212E-63E0-E9B2-A0EA-3041631FBF6F}"/>
              </a:ext>
            </a:extLst>
          </p:cNvPr>
          <p:cNvSpPr/>
          <p:nvPr/>
        </p:nvSpPr>
        <p:spPr>
          <a:xfrm>
            <a:off x="13924984" y="376548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C64A15-7923-2429-7673-7E363AF68CDB}"/>
              </a:ext>
            </a:extLst>
          </p:cNvPr>
          <p:cNvSpPr txBox="1"/>
          <p:nvPr/>
        </p:nvSpPr>
        <p:spPr>
          <a:xfrm>
            <a:off x="14415876" y="3719874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119C7B33-F747-8935-9D2D-CF5E042312C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20"/>
          <a:stretch/>
        </p:blipFill>
        <p:spPr>
          <a:xfrm flipH="1">
            <a:off x="14580577" y="3155485"/>
            <a:ext cx="116844" cy="547211"/>
          </a:xfrm>
          <a:prstGeom prst="rect">
            <a:avLst/>
          </a:prstGeom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6E42BD3-DC17-3336-E4F6-EA8374312024}"/>
              </a:ext>
            </a:extLst>
          </p:cNvPr>
          <p:cNvSpPr/>
          <p:nvPr/>
        </p:nvSpPr>
        <p:spPr>
          <a:xfrm>
            <a:off x="8174901" y="4875343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B35825-1A41-8F8C-72D4-9DE9E493A9C2}"/>
              </a:ext>
            </a:extLst>
          </p:cNvPr>
          <p:cNvSpPr txBox="1"/>
          <p:nvPr/>
        </p:nvSpPr>
        <p:spPr>
          <a:xfrm>
            <a:off x="9335573" y="4989685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4F49F710-24F0-2DC2-24F5-E2753E7F1A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3748424" y="5057884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E045009-F735-79B7-55FA-9F872659D9B2}"/>
              </a:ext>
            </a:extLst>
          </p:cNvPr>
          <p:cNvSpPr/>
          <p:nvPr/>
        </p:nvSpPr>
        <p:spPr>
          <a:xfrm>
            <a:off x="8342267" y="5963551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17BC5D-474D-5998-13E8-984026389AA0}"/>
              </a:ext>
            </a:extLst>
          </p:cNvPr>
          <p:cNvSpPr txBox="1"/>
          <p:nvPr/>
        </p:nvSpPr>
        <p:spPr>
          <a:xfrm>
            <a:off x="13830328" y="4989685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9E4D62-51A7-7C00-167C-54E6A4751BB7}"/>
              </a:ext>
            </a:extLst>
          </p:cNvPr>
          <p:cNvSpPr txBox="1"/>
          <p:nvPr/>
        </p:nvSpPr>
        <p:spPr>
          <a:xfrm>
            <a:off x="9317475" y="5334083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 메뉴이기 때문에 앞다리살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삼겹살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뒷다리살 등 구입을 해오면 볶아먹게 되는 것 같습니다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…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FA86DAA-8894-D0DC-09E8-A1B72435259A}"/>
              </a:ext>
            </a:extLst>
          </p:cNvPr>
          <p:cNvSpPr/>
          <p:nvPr/>
        </p:nvSpPr>
        <p:spPr>
          <a:xfrm>
            <a:off x="9354806" y="5959492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4C149B3-CDDD-364A-3F30-764CF695D15C}"/>
              </a:ext>
            </a:extLst>
          </p:cNvPr>
          <p:cNvSpPr/>
          <p:nvPr/>
        </p:nvSpPr>
        <p:spPr>
          <a:xfrm>
            <a:off x="9354806" y="6255499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CDA6BDD-4687-155F-0FF6-83EE7922FEA2}"/>
              </a:ext>
            </a:extLst>
          </p:cNvPr>
          <p:cNvSpPr/>
          <p:nvPr/>
        </p:nvSpPr>
        <p:spPr>
          <a:xfrm>
            <a:off x="10408538" y="625267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E740D17-4234-2E8B-D52E-92E64C85A5B6}"/>
              </a:ext>
            </a:extLst>
          </p:cNvPr>
          <p:cNvSpPr/>
          <p:nvPr/>
        </p:nvSpPr>
        <p:spPr>
          <a:xfrm>
            <a:off x="10903577" y="625267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511800D4-F5A9-25E9-5261-8E410AD12CBE}"/>
              </a:ext>
            </a:extLst>
          </p:cNvPr>
          <p:cNvSpPr/>
          <p:nvPr/>
        </p:nvSpPr>
        <p:spPr>
          <a:xfrm>
            <a:off x="10408538" y="596126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삽겹살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18AB75A-39F6-4F98-F701-1DDFF207173F}"/>
              </a:ext>
            </a:extLst>
          </p:cNvPr>
          <p:cNvSpPr/>
          <p:nvPr/>
        </p:nvSpPr>
        <p:spPr>
          <a:xfrm>
            <a:off x="10910887" y="596126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563520D-ADCE-0E6F-7DD7-367C4B38E02E}"/>
              </a:ext>
            </a:extLst>
          </p:cNvPr>
          <p:cNvSpPr/>
          <p:nvPr/>
        </p:nvSpPr>
        <p:spPr>
          <a:xfrm>
            <a:off x="11413237" y="596126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C644367-2CF8-B344-9669-6FB1276FFAD6}"/>
              </a:ext>
            </a:extLst>
          </p:cNvPr>
          <p:cNvSpPr/>
          <p:nvPr/>
        </p:nvSpPr>
        <p:spPr>
          <a:xfrm>
            <a:off x="11915586" y="596126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CB3A485-6B04-E986-C31C-09C3EBDF2748}"/>
              </a:ext>
            </a:extLst>
          </p:cNvPr>
          <p:cNvSpPr/>
          <p:nvPr/>
        </p:nvSpPr>
        <p:spPr>
          <a:xfrm>
            <a:off x="12417936" y="596126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E708BE5-82D1-A341-CEFE-7FCF940D7122}"/>
              </a:ext>
            </a:extLst>
          </p:cNvPr>
          <p:cNvSpPr/>
          <p:nvPr/>
        </p:nvSpPr>
        <p:spPr>
          <a:xfrm>
            <a:off x="12920285" y="596126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9635C09-0D32-3997-3AE3-901AA05185CF}"/>
              </a:ext>
            </a:extLst>
          </p:cNvPr>
          <p:cNvSpPr/>
          <p:nvPr/>
        </p:nvSpPr>
        <p:spPr>
          <a:xfrm>
            <a:off x="13422635" y="596126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096" name="사각형: 둥근 모서리 4095">
            <a:extLst>
              <a:ext uri="{FF2B5EF4-FFF2-40B4-BE49-F238E27FC236}">
                <a16:creationId xmlns:a16="http://schemas.microsoft.com/office/drawing/2014/main" id="{513A23E0-F813-7A3C-5B16-06D303290093}"/>
              </a:ext>
            </a:extLst>
          </p:cNvPr>
          <p:cNvSpPr/>
          <p:nvPr/>
        </p:nvSpPr>
        <p:spPr>
          <a:xfrm>
            <a:off x="13924984" y="596126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 </a:t>
            </a:r>
          </a:p>
        </p:txBody>
      </p:sp>
      <p:sp>
        <p:nvSpPr>
          <p:cNvPr id="4097" name="TextBox 4096">
            <a:extLst>
              <a:ext uri="{FF2B5EF4-FFF2-40B4-BE49-F238E27FC236}">
                <a16:creationId xmlns:a16="http://schemas.microsoft.com/office/drawing/2014/main" id="{6C28A2F9-3C17-30F6-FF31-5629B30893C6}"/>
              </a:ext>
            </a:extLst>
          </p:cNvPr>
          <p:cNvSpPr txBox="1"/>
          <p:nvPr/>
        </p:nvSpPr>
        <p:spPr>
          <a:xfrm>
            <a:off x="14415876" y="5915649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099" name="그림 4098">
            <a:extLst>
              <a:ext uri="{FF2B5EF4-FFF2-40B4-BE49-F238E27FC236}">
                <a16:creationId xmlns:a16="http://schemas.microsoft.com/office/drawing/2014/main" id="{EE2B9DAE-6866-B8C1-D87B-5AEE646119F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20"/>
          <a:stretch/>
        </p:blipFill>
        <p:spPr>
          <a:xfrm flipH="1">
            <a:off x="14580577" y="5351260"/>
            <a:ext cx="116844" cy="547211"/>
          </a:xfrm>
          <a:prstGeom prst="rect">
            <a:avLst/>
          </a:prstGeom>
        </p:spPr>
      </p:pic>
      <p:pic>
        <p:nvPicPr>
          <p:cNvPr id="4152" name="그림 4151">
            <a:extLst>
              <a:ext uri="{FF2B5EF4-FFF2-40B4-BE49-F238E27FC236}">
                <a16:creationId xmlns:a16="http://schemas.microsoft.com/office/drawing/2014/main" id="{42F7A33E-5F77-3D5B-DBEA-0CA196925C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624" y="5020397"/>
            <a:ext cx="826571" cy="795050"/>
          </a:xfrm>
          <a:prstGeom prst="rect">
            <a:avLst/>
          </a:prstGeom>
        </p:spPr>
      </p:pic>
      <p:sp>
        <p:nvSpPr>
          <p:cNvPr id="4158" name="사각형: 둥근 모서리 4157">
            <a:extLst>
              <a:ext uri="{FF2B5EF4-FFF2-40B4-BE49-F238E27FC236}">
                <a16:creationId xmlns:a16="http://schemas.microsoft.com/office/drawing/2014/main" id="{25887397-9E8F-0CC0-4988-64AC835DF88A}"/>
              </a:ext>
            </a:extLst>
          </p:cNvPr>
          <p:cNvSpPr/>
          <p:nvPr/>
        </p:nvSpPr>
        <p:spPr>
          <a:xfrm>
            <a:off x="11413237" y="625549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pic>
        <p:nvPicPr>
          <p:cNvPr id="4161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D77ED081-3FD1-D3ED-0F58-A73F4C8ADD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13114671" y="5041310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2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CA9896A2-7859-D45E-71BA-036A5F8C0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13123849" y="2862109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63" name="사각형: 둥근 모서리 4162">
            <a:extLst>
              <a:ext uri="{FF2B5EF4-FFF2-40B4-BE49-F238E27FC236}">
                <a16:creationId xmlns:a16="http://schemas.microsoft.com/office/drawing/2014/main" id="{9FDA08C3-C3C9-1B22-2C5F-875E0FB56987}"/>
              </a:ext>
            </a:extLst>
          </p:cNvPr>
          <p:cNvSpPr/>
          <p:nvPr/>
        </p:nvSpPr>
        <p:spPr>
          <a:xfrm>
            <a:off x="9354806" y="4355659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64" name="사각형: 둥근 모서리 4163">
            <a:extLst>
              <a:ext uri="{FF2B5EF4-FFF2-40B4-BE49-F238E27FC236}">
                <a16:creationId xmlns:a16="http://schemas.microsoft.com/office/drawing/2014/main" id="{B204BBC3-79FB-7BF4-CB47-455FEBA40E90}"/>
              </a:ext>
            </a:extLst>
          </p:cNvPr>
          <p:cNvSpPr/>
          <p:nvPr/>
        </p:nvSpPr>
        <p:spPr>
          <a:xfrm>
            <a:off x="10408538" y="4378829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5" name="사각형: 둥근 모서리 4164">
            <a:extLst>
              <a:ext uri="{FF2B5EF4-FFF2-40B4-BE49-F238E27FC236}">
                <a16:creationId xmlns:a16="http://schemas.microsoft.com/office/drawing/2014/main" id="{FA45CA06-BB15-DB4A-3131-3B3CFBD78900}"/>
              </a:ext>
            </a:extLst>
          </p:cNvPr>
          <p:cNvSpPr/>
          <p:nvPr/>
        </p:nvSpPr>
        <p:spPr>
          <a:xfrm>
            <a:off x="9354806" y="6552680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66" name="사각형: 둥근 모서리 4165">
            <a:extLst>
              <a:ext uri="{FF2B5EF4-FFF2-40B4-BE49-F238E27FC236}">
                <a16:creationId xmlns:a16="http://schemas.microsoft.com/office/drawing/2014/main" id="{35049597-D343-29D6-0267-98101C12482C}"/>
              </a:ext>
            </a:extLst>
          </p:cNvPr>
          <p:cNvSpPr/>
          <p:nvPr/>
        </p:nvSpPr>
        <p:spPr>
          <a:xfrm>
            <a:off x="10408538" y="6575850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7" name="사각형: 둥근 모서리 4166">
            <a:extLst>
              <a:ext uri="{FF2B5EF4-FFF2-40B4-BE49-F238E27FC236}">
                <a16:creationId xmlns:a16="http://schemas.microsoft.com/office/drawing/2014/main" id="{9556B3D8-18E1-8079-D8D0-14C60138FA8C}"/>
              </a:ext>
            </a:extLst>
          </p:cNvPr>
          <p:cNvSpPr/>
          <p:nvPr/>
        </p:nvSpPr>
        <p:spPr>
          <a:xfrm>
            <a:off x="11243578" y="657973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8" name="사각형: 둥근 모서리 4167">
            <a:extLst>
              <a:ext uri="{FF2B5EF4-FFF2-40B4-BE49-F238E27FC236}">
                <a16:creationId xmlns:a16="http://schemas.microsoft.com/office/drawing/2014/main" id="{F488664C-7DB0-50ED-EAE3-A8E695B013C3}"/>
              </a:ext>
            </a:extLst>
          </p:cNvPr>
          <p:cNvSpPr/>
          <p:nvPr/>
        </p:nvSpPr>
        <p:spPr>
          <a:xfrm>
            <a:off x="12117591" y="658338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75" name="Picture 4" descr="확인하다 - 무료 ui개 아이콘">
            <a:extLst>
              <a:ext uri="{FF2B5EF4-FFF2-40B4-BE49-F238E27FC236}">
                <a16:creationId xmlns:a16="http://schemas.microsoft.com/office/drawing/2014/main" id="{384318CF-5A90-FC6E-1DB3-467601A40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4394" y="5009081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76" name="Picture 4" descr="확인하다 - 무료 ui개 아이콘">
            <a:extLst>
              <a:ext uri="{FF2B5EF4-FFF2-40B4-BE49-F238E27FC236}">
                <a16:creationId xmlns:a16="http://schemas.microsoft.com/office/drawing/2014/main" id="{3BF3ECE9-D513-9E9E-D961-1097E6A96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2511" y="2837239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77" name="사각형: 둥근 모서리 4176">
            <a:extLst>
              <a:ext uri="{FF2B5EF4-FFF2-40B4-BE49-F238E27FC236}">
                <a16:creationId xmlns:a16="http://schemas.microsoft.com/office/drawing/2014/main" id="{3953E814-1860-0F32-FC2C-3B671D1F8F62}"/>
              </a:ext>
            </a:extLst>
          </p:cNvPr>
          <p:cNvSpPr/>
          <p:nvPr/>
        </p:nvSpPr>
        <p:spPr>
          <a:xfrm>
            <a:off x="8192822" y="7024438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78" name="TextBox 4177">
            <a:extLst>
              <a:ext uri="{FF2B5EF4-FFF2-40B4-BE49-F238E27FC236}">
                <a16:creationId xmlns:a16="http://schemas.microsoft.com/office/drawing/2014/main" id="{D58FEC90-D21C-381B-3D27-A5AB2BA5C341}"/>
              </a:ext>
            </a:extLst>
          </p:cNvPr>
          <p:cNvSpPr txBox="1"/>
          <p:nvPr/>
        </p:nvSpPr>
        <p:spPr>
          <a:xfrm>
            <a:off x="9353494" y="7138780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 장아찌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7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2BCF4AAB-D519-6CD0-FFC9-E966541CD2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3766345" y="7206979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80" name="사각형: 둥근 모서리 4179">
            <a:extLst>
              <a:ext uri="{FF2B5EF4-FFF2-40B4-BE49-F238E27FC236}">
                <a16:creationId xmlns:a16="http://schemas.microsoft.com/office/drawing/2014/main" id="{4310C70B-1583-F667-CFC3-4675E047A7E7}"/>
              </a:ext>
            </a:extLst>
          </p:cNvPr>
          <p:cNvSpPr/>
          <p:nvPr/>
        </p:nvSpPr>
        <p:spPr>
          <a:xfrm>
            <a:off x="8360188" y="8112645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84%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1" name="TextBox 4180">
            <a:extLst>
              <a:ext uri="{FF2B5EF4-FFF2-40B4-BE49-F238E27FC236}">
                <a16:creationId xmlns:a16="http://schemas.microsoft.com/office/drawing/2014/main" id="{EB5D3096-EF98-B704-B3E1-4280A31903CC}"/>
              </a:ext>
            </a:extLst>
          </p:cNvPr>
          <p:cNvSpPr txBox="1"/>
          <p:nvPr/>
        </p:nvSpPr>
        <p:spPr>
          <a:xfrm>
            <a:off x="13848248" y="7138780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4182" name="TextBox 4181">
            <a:extLst>
              <a:ext uri="{FF2B5EF4-FFF2-40B4-BE49-F238E27FC236}">
                <a16:creationId xmlns:a16="http://schemas.microsoft.com/office/drawing/2014/main" id="{6677064A-0B1C-AFA1-D932-B15ED5742C69}"/>
              </a:ext>
            </a:extLst>
          </p:cNvPr>
          <p:cNvSpPr txBox="1"/>
          <p:nvPr/>
        </p:nvSpPr>
        <p:spPr>
          <a:xfrm>
            <a:off x="9335396" y="7483177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두릅데치기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참두릅장아찌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쉽고 맛있게 만들기 안녕하세요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제제에요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봄나물의 제왕이라고 하는 두릅이 나는 계절에는 두릅으로 여러가지 요리를 해서 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먹지만 밑반찬으로는 역시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두릅장아찌만한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것이 없어요</a:t>
            </a:r>
          </a:p>
        </p:txBody>
      </p:sp>
      <p:sp>
        <p:nvSpPr>
          <p:cNvPr id="4183" name="사각형: 둥근 모서리 4182">
            <a:extLst>
              <a:ext uri="{FF2B5EF4-FFF2-40B4-BE49-F238E27FC236}">
                <a16:creationId xmlns:a16="http://schemas.microsoft.com/office/drawing/2014/main" id="{16109FAA-35E8-387C-BF15-6A76CB408306}"/>
              </a:ext>
            </a:extLst>
          </p:cNvPr>
          <p:cNvSpPr/>
          <p:nvPr/>
        </p:nvSpPr>
        <p:spPr>
          <a:xfrm>
            <a:off x="9372727" y="8108586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84" name="사각형: 둥근 모서리 4183">
            <a:extLst>
              <a:ext uri="{FF2B5EF4-FFF2-40B4-BE49-F238E27FC236}">
                <a16:creationId xmlns:a16="http://schemas.microsoft.com/office/drawing/2014/main" id="{2476A99E-4204-DC6A-AA3E-EFCD1325A2E2}"/>
              </a:ext>
            </a:extLst>
          </p:cNvPr>
          <p:cNvSpPr/>
          <p:nvPr/>
        </p:nvSpPr>
        <p:spPr>
          <a:xfrm>
            <a:off x="9372727" y="8404593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85" name="사각형: 둥근 모서리 4184">
            <a:extLst>
              <a:ext uri="{FF2B5EF4-FFF2-40B4-BE49-F238E27FC236}">
                <a16:creationId xmlns:a16="http://schemas.microsoft.com/office/drawing/2014/main" id="{98BBD2BB-9729-A668-2778-301008C5124C}"/>
              </a:ext>
            </a:extLst>
          </p:cNvPr>
          <p:cNvSpPr/>
          <p:nvPr/>
        </p:nvSpPr>
        <p:spPr>
          <a:xfrm>
            <a:off x="10426459" y="840176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4186" name="사각형: 둥근 모서리 4185">
            <a:extLst>
              <a:ext uri="{FF2B5EF4-FFF2-40B4-BE49-F238E27FC236}">
                <a16:creationId xmlns:a16="http://schemas.microsoft.com/office/drawing/2014/main" id="{2D3C8613-8FA3-435B-924B-8261079E10FB}"/>
              </a:ext>
            </a:extLst>
          </p:cNvPr>
          <p:cNvSpPr/>
          <p:nvPr/>
        </p:nvSpPr>
        <p:spPr>
          <a:xfrm>
            <a:off x="10921498" y="840176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7" name="사각형: 둥근 모서리 4186">
            <a:extLst>
              <a:ext uri="{FF2B5EF4-FFF2-40B4-BE49-F238E27FC236}">
                <a16:creationId xmlns:a16="http://schemas.microsoft.com/office/drawing/2014/main" id="{D941B8B0-473B-1114-5C8F-7DDFC7AC67C3}"/>
              </a:ext>
            </a:extLst>
          </p:cNvPr>
          <p:cNvSpPr/>
          <p:nvPr/>
        </p:nvSpPr>
        <p:spPr>
          <a:xfrm>
            <a:off x="10426459" y="811035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건고추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88" name="사각형: 둥근 모서리 4187">
            <a:extLst>
              <a:ext uri="{FF2B5EF4-FFF2-40B4-BE49-F238E27FC236}">
                <a16:creationId xmlns:a16="http://schemas.microsoft.com/office/drawing/2014/main" id="{354CEDE2-99FD-AD97-06BC-B25B705885F4}"/>
              </a:ext>
            </a:extLst>
          </p:cNvPr>
          <p:cNvSpPr/>
          <p:nvPr/>
        </p:nvSpPr>
        <p:spPr>
          <a:xfrm>
            <a:off x="10928808" y="811035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89" name="사각형: 둥근 모서리 4188">
            <a:extLst>
              <a:ext uri="{FF2B5EF4-FFF2-40B4-BE49-F238E27FC236}">
                <a16:creationId xmlns:a16="http://schemas.microsoft.com/office/drawing/2014/main" id="{F07609A2-A268-80A5-8A81-92BE0A4CFB57}"/>
              </a:ext>
            </a:extLst>
          </p:cNvPr>
          <p:cNvSpPr/>
          <p:nvPr/>
        </p:nvSpPr>
        <p:spPr>
          <a:xfrm>
            <a:off x="11431158" y="811035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90" name="사각형: 둥근 모서리 4189">
            <a:extLst>
              <a:ext uri="{FF2B5EF4-FFF2-40B4-BE49-F238E27FC236}">
                <a16:creationId xmlns:a16="http://schemas.microsoft.com/office/drawing/2014/main" id="{3B1267C3-A68C-CEDC-7111-7DEE4092147B}"/>
              </a:ext>
            </a:extLst>
          </p:cNvPr>
          <p:cNvSpPr/>
          <p:nvPr/>
        </p:nvSpPr>
        <p:spPr>
          <a:xfrm>
            <a:off x="11933507" y="811035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식초</a:t>
            </a:r>
          </a:p>
        </p:txBody>
      </p:sp>
      <p:sp>
        <p:nvSpPr>
          <p:cNvPr id="4191" name="TextBox 4190">
            <a:extLst>
              <a:ext uri="{FF2B5EF4-FFF2-40B4-BE49-F238E27FC236}">
                <a16:creationId xmlns:a16="http://schemas.microsoft.com/office/drawing/2014/main" id="{A33AF637-7BB9-4E8B-BBA0-5AB89B60E037}"/>
              </a:ext>
            </a:extLst>
          </p:cNvPr>
          <p:cNvSpPr txBox="1"/>
          <p:nvPr/>
        </p:nvSpPr>
        <p:spPr>
          <a:xfrm>
            <a:off x="14433797" y="8064744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92" name="그림 4191">
            <a:extLst>
              <a:ext uri="{FF2B5EF4-FFF2-40B4-BE49-F238E27FC236}">
                <a16:creationId xmlns:a16="http://schemas.microsoft.com/office/drawing/2014/main" id="{203562BA-8544-DE6A-BE6B-09827370C04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20"/>
          <a:stretch/>
        </p:blipFill>
        <p:spPr>
          <a:xfrm flipH="1">
            <a:off x="14598497" y="7500355"/>
            <a:ext cx="116844" cy="547211"/>
          </a:xfrm>
          <a:prstGeom prst="rect">
            <a:avLst/>
          </a:prstGeom>
        </p:spPr>
      </p:pic>
      <p:pic>
        <p:nvPicPr>
          <p:cNvPr id="4193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810E7D0F-CA1C-CA59-9A85-6268437B9F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13132592" y="7190405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4" name="사각형: 둥근 모서리 4193">
            <a:extLst>
              <a:ext uri="{FF2B5EF4-FFF2-40B4-BE49-F238E27FC236}">
                <a16:creationId xmlns:a16="http://schemas.microsoft.com/office/drawing/2014/main" id="{53A9718C-2787-1A83-6E3A-CC78CC540AA8}"/>
              </a:ext>
            </a:extLst>
          </p:cNvPr>
          <p:cNvSpPr/>
          <p:nvPr/>
        </p:nvSpPr>
        <p:spPr>
          <a:xfrm>
            <a:off x="9372727" y="870177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95" name="사각형: 둥근 모서리 4194">
            <a:extLst>
              <a:ext uri="{FF2B5EF4-FFF2-40B4-BE49-F238E27FC236}">
                <a16:creationId xmlns:a16="http://schemas.microsoft.com/office/drawing/2014/main" id="{2A0E3D27-7EFF-1FB4-BD68-64D35A071EDB}"/>
              </a:ext>
            </a:extLst>
          </p:cNvPr>
          <p:cNvSpPr/>
          <p:nvPr/>
        </p:nvSpPr>
        <p:spPr>
          <a:xfrm>
            <a:off x="10426459" y="872494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96" name="사각형: 둥근 모서리 4195">
            <a:extLst>
              <a:ext uri="{FF2B5EF4-FFF2-40B4-BE49-F238E27FC236}">
                <a16:creationId xmlns:a16="http://schemas.microsoft.com/office/drawing/2014/main" id="{701B14FF-5ED5-B3C6-6C65-C6C5C29B17E8}"/>
              </a:ext>
            </a:extLst>
          </p:cNvPr>
          <p:cNvSpPr/>
          <p:nvPr/>
        </p:nvSpPr>
        <p:spPr>
          <a:xfrm>
            <a:off x="11261499" y="8728827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97" name="Picture 4">
            <a:extLst>
              <a:ext uri="{FF2B5EF4-FFF2-40B4-BE49-F238E27FC236}">
                <a16:creationId xmlns:a16="http://schemas.microsoft.com/office/drawing/2014/main" id="{D525D86D-2C71-F09A-F5BF-6D9900F86F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6" t="7866" r="7866" b="7866"/>
          <a:stretch/>
        </p:blipFill>
        <p:spPr bwMode="auto">
          <a:xfrm>
            <a:off x="8382465" y="7169491"/>
            <a:ext cx="874698" cy="79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8" name="사각형: 둥근 모서리 4197">
            <a:extLst>
              <a:ext uri="{FF2B5EF4-FFF2-40B4-BE49-F238E27FC236}">
                <a16:creationId xmlns:a16="http://schemas.microsoft.com/office/drawing/2014/main" id="{5C71619A-DC80-71D2-B66C-B8D837BB1D0B}"/>
              </a:ext>
            </a:extLst>
          </p:cNvPr>
          <p:cNvSpPr/>
          <p:nvPr/>
        </p:nvSpPr>
        <p:spPr>
          <a:xfrm>
            <a:off x="11426691" y="840176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pic>
        <p:nvPicPr>
          <p:cNvPr id="4199" name="Picture 4" descr="확인하다 - 무료 ui개 아이콘">
            <a:extLst>
              <a:ext uri="{FF2B5EF4-FFF2-40B4-BE49-F238E27FC236}">
                <a16:creationId xmlns:a16="http://schemas.microsoft.com/office/drawing/2014/main" id="{C5EE6280-39BF-7B10-8F13-619185064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3604" y="7158036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00" name="TextBox 4199">
            <a:extLst>
              <a:ext uri="{FF2B5EF4-FFF2-40B4-BE49-F238E27FC236}">
                <a16:creationId xmlns:a16="http://schemas.microsoft.com/office/drawing/2014/main" id="{4DDC238B-97D7-249A-DCA6-EB968306100D}"/>
              </a:ext>
            </a:extLst>
          </p:cNvPr>
          <p:cNvSpPr txBox="1"/>
          <p:nvPr/>
        </p:nvSpPr>
        <p:spPr>
          <a:xfrm>
            <a:off x="-1" y="16602622"/>
            <a:ext cx="71993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400" dirty="0"/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내가 완료한 레시피	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앞에서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텍스트 옆 부분에  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 &gt; “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버튼을 누르면 상세 보기로 화면이 전환된다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좀 더 자세히 보기 편하게 하기 위한 방식이다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레시피를 보여주는 형식은 앞에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탭에서 레시피를 열거하고 보여줬던 형식과 똑같이 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다만 정렬은 내가 완료버튼을 누른 최근 순으로만 정렬이 되고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정렬버튼이나 필터 버튼은 존재하지 않도록 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기록한 레시피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또한 이 페이지의 방식과 동일한 로직으로 해당 세부페이지로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넘어가도록한다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FB87F7-2E28-C466-03D7-911FBD2D81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7CE6DE-CA3A-0590-306F-F74C2ED453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47864071-127C-FB05-F089-8AD2984F5E76}"/>
              </a:ext>
            </a:extLst>
          </p:cNvPr>
          <p:cNvSpPr/>
          <p:nvPr/>
        </p:nvSpPr>
        <p:spPr>
          <a:xfrm>
            <a:off x="-11741" y="14930878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E2B048-A63B-C200-1A24-9E1114E608B4}"/>
              </a:ext>
            </a:extLst>
          </p:cNvPr>
          <p:cNvSpPr txBox="1"/>
          <p:nvPr/>
        </p:nvSpPr>
        <p:spPr>
          <a:xfrm>
            <a:off x="102413" y="15711946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4098" name="TextBox 4097">
            <a:extLst>
              <a:ext uri="{FF2B5EF4-FFF2-40B4-BE49-F238E27FC236}">
                <a16:creationId xmlns:a16="http://schemas.microsoft.com/office/drawing/2014/main" id="{F0A46177-AB50-95A4-8F81-99A836123B01}"/>
              </a:ext>
            </a:extLst>
          </p:cNvPr>
          <p:cNvSpPr txBox="1"/>
          <p:nvPr/>
        </p:nvSpPr>
        <p:spPr>
          <a:xfrm>
            <a:off x="5713176" y="15711946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pic>
        <p:nvPicPr>
          <p:cNvPr id="4100" name="그림 4099">
            <a:extLst>
              <a:ext uri="{FF2B5EF4-FFF2-40B4-BE49-F238E27FC236}">
                <a16:creationId xmlns:a16="http://schemas.microsoft.com/office/drawing/2014/main" id="{448DE752-43C8-5580-A55D-0AA89CE599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61" y="15116272"/>
            <a:ext cx="299565" cy="528732"/>
          </a:xfrm>
          <a:prstGeom prst="rect">
            <a:avLst/>
          </a:prstGeom>
        </p:spPr>
      </p:pic>
      <p:pic>
        <p:nvPicPr>
          <p:cNvPr id="4101" name="그림 4100">
            <a:extLst>
              <a:ext uri="{FF2B5EF4-FFF2-40B4-BE49-F238E27FC236}">
                <a16:creationId xmlns:a16="http://schemas.microsoft.com/office/drawing/2014/main" id="{FB189F04-4E14-1994-B2A9-41B23936E3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5206950"/>
            <a:ext cx="555464" cy="346419"/>
          </a:xfrm>
          <a:prstGeom prst="rect">
            <a:avLst/>
          </a:prstGeom>
        </p:spPr>
      </p:pic>
      <p:sp>
        <p:nvSpPr>
          <p:cNvPr id="4102" name="TextBox 4101">
            <a:extLst>
              <a:ext uri="{FF2B5EF4-FFF2-40B4-BE49-F238E27FC236}">
                <a16:creationId xmlns:a16="http://schemas.microsoft.com/office/drawing/2014/main" id="{2D38EDDE-FB12-1753-1409-4F621B7054DD}"/>
              </a:ext>
            </a:extLst>
          </p:cNvPr>
          <p:cNvSpPr txBox="1"/>
          <p:nvPr/>
        </p:nvSpPr>
        <p:spPr>
          <a:xfrm>
            <a:off x="1733775" y="15711946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pic>
        <p:nvPicPr>
          <p:cNvPr id="4103" name="그림 4102">
            <a:extLst>
              <a:ext uri="{FF2B5EF4-FFF2-40B4-BE49-F238E27FC236}">
                <a16:creationId xmlns:a16="http://schemas.microsoft.com/office/drawing/2014/main" id="{F5471952-75E4-1FCF-4395-61B614CD3E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5128555"/>
            <a:ext cx="449449" cy="503204"/>
          </a:xfrm>
          <a:prstGeom prst="rect">
            <a:avLst/>
          </a:prstGeom>
        </p:spPr>
      </p:pic>
      <p:sp>
        <p:nvSpPr>
          <p:cNvPr id="4104" name="TextBox 4103">
            <a:extLst>
              <a:ext uri="{FF2B5EF4-FFF2-40B4-BE49-F238E27FC236}">
                <a16:creationId xmlns:a16="http://schemas.microsoft.com/office/drawing/2014/main" id="{8DEF070F-637C-8860-1F19-E0D91EDBDEDB}"/>
              </a:ext>
            </a:extLst>
          </p:cNvPr>
          <p:cNvSpPr txBox="1"/>
          <p:nvPr/>
        </p:nvSpPr>
        <p:spPr>
          <a:xfrm>
            <a:off x="3711516" y="15711946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4105" name="그림 4104">
            <a:extLst>
              <a:ext uri="{FF2B5EF4-FFF2-40B4-BE49-F238E27FC236}">
                <a16:creationId xmlns:a16="http://schemas.microsoft.com/office/drawing/2014/main" id="{1B8B4BB1-B448-D9E6-B933-0FDD1C55051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5143491"/>
            <a:ext cx="430038" cy="473340"/>
          </a:xfrm>
          <a:prstGeom prst="rect">
            <a:avLst/>
          </a:prstGeom>
        </p:spPr>
      </p:pic>
      <p:sp>
        <p:nvSpPr>
          <p:cNvPr id="4107" name="사각형: 둥근 모서리 4106">
            <a:extLst>
              <a:ext uri="{FF2B5EF4-FFF2-40B4-BE49-F238E27FC236}">
                <a16:creationId xmlns:a16="http://schemas.microsoft.com/office/drawing/2014/main" id="{94E9CA5E-C6B8-7A9C-69D9-8C01CFA786C8}"/>
              </a:ext>
            </a:extLst>
          </p:cNvPr>
          <p:cNvSpPr/>
          <p:nvPr/>
        </p:nvSpPr>
        <p:spPr>
          <a:xfrm>
            <a:off x="8174724" y="9237428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08" name="TextBox 4107">
            <a:extLst>
              <a:ext uri="{FF2B5EF4-FFF2-40B4-BE49-F238E27FC236}">
                <a16:creationId xmlns:a16="http://schemas.microsoft.com/office/drawing/2014/main" id="{4B0B61BB-4EEB-F63E-9ABC-D5A96BFEABA0}"/>
              </a:ext>
            </a:extLst>
          </p:cNvPr>
          <p:cNvSpPr txBox="1"/>
          <p:nvPr/>
        </p:nvSpPr>
        <p:spPr>
          <a:xfrm>
            <a:off x="9335396" y="9351770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0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CBF63699-870D-C755-B3D8-F2F306FE5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3748247" y="9419969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0" name="사각형: 둥근 모서리 4109">
            <a:extLst>
              <a:ext uri="{FF2B5EF4-FFF2-40B4-BE49-F238E27FC236}">
                <a16:creationId xmlns:a16="http://schemas.microsoft.com/office/drawing/2014/main" id="{09BC1458-447D-BC11-02DC-D184F2AEAE3C}"/>
              </a:ext>
            </a:extLst>
          </p:cNvPr>
          <p:cNvSpPr/>
          <p:nvPr/>
        </p:nvSpPr>
        <p:spPr>
          <a:xfrm>
            <a:off x="8342090" y="10325636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1" name="TextBox 4110">
            <a:extLst>
              <a:ext uri="{FF2B5EF4-FFF2-40B4-BE49-F238E27FC236}">
                <a16:creationId xmlns:a16="http://schemas.microsoft.com/office/drawing/2014/main" id="{857370A3-C7E9-9679-9E14-DBABFD75727E}"/>
              </a:ext>
            </a:extLst>
          </p:cNvPr>
          <p:cNvSpPr txBox="1"/>
          <p:nvPr/>
        </p:nvSpPr>
        <p:spPr>
          <a:xfrm>
            <a:off x="13830151" y="9351770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4112" name="TextBox 4111">
            <a:extLst>
              <a:ext uri="{FF2B5EF4-FFF2-40B4-BE49-F238E27FC236}">
                <a16:creationId xmlns:a16="http://schemas.microsoft.com/office/drawing/2014/main" id="{E2C0BB9C-BCD1-EC25-3F79-E75D304A776A}"/>
              </a:ext>
            </a:extLst>
          </p:cNvPr>
          <p:cNvSpPr txBox="1"/>
          <p:nvPr/>
        </p:nvSpPr>
        <p:spPr>
          <a:xfrm>
            <a:off x="9317298" y="9696168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미리 양념장을 만들어서 볶으셔도 좋고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저처럼 그냥 바로 재료에 다 때려 넣고 볶아도 맛있는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제육볶음 레시피 만들 수 있답니다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개인적으로 아주 좋아하는 메뉴이기 때문에 앞다리살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삼겹살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뒷다리살 등 구입을 해오면 볶아먹게 되는 것 같습니다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… 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113" name="사각형: 둥근 모서리 4112">
            <a:extLst>
              <a:ext uri="{FF2B5EF4-FFF2-40B4-BE49-F238E27FC236}">
                <a16:creationId xmlns:a16="http://schemas.microsoft.com/office/drawing/2014/main" id="{3142F29C-C5B7-8334-3B32-CBBA61369825}"/>
              </a:ext>
            </a:extLst>
          </p:cNvPr>
          <p:cNvSpPr/>
          <p:nvPr/>
        </p:nvSpPr>
        <p:spPr>
          <a:xfrm>
            <a:off x="9354629" y="10321577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14" name="사각형: 둥근 모서리 4113">
            <a:extLst>
              <a:ext uri="{FF2B5EF4-FFF2-40B4-BE49-F238E27FC236}">
                <a16:creationId xmlns:a16="http://schemas.microsoft.com/office/drawing/2014/main" id="{97909DB8-FDC7-8029-7ACB-B7938198CD21}"/>
              </a:ext>
            </a:extLst>
          </p:cNvPr>
          <p:cNvSpPr/>
          <p:nvPr/>
        </p:nvSpPr>
        <p:spPr>
          <a:xfrm>
            <a:off x="9354629" y="10617584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308C5621-B0C6-B48C-B0B7-7E9AD0CD2679}"/>
              </a:ext>
            </a:extLst>
          </p:cNvPr>
          <p:cNvSpPr/>
          <p:nvPr/>
        </p:nvSpPr>
        <p:spPr>
          <a:xfrm>
            <a:off x="10408361" y="1061475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B0CCECA3-C142-5299-0D39-874C883F0B00}"/>
              </a:ext>
            </a:extLst>
          </p:cNvPr>
          <p:cNvSpPr/>
          <p:nvPr/>
        </p:nvSpPr>
        <p:spPr>
          <a:xfrm>
            <a:off x="10903400" y="10614759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sp>
        <p:nvSpPr>
          <p:cNvPr id="4117" name="사각형: 둥근 모서리 4116">
            <a:extLst>
              <a:ext uri="{FF2B5EF4-FFF2-40B4-BE49-F238E27FC236}">
                <a16:creationId xmlns:a16="http://schemas.microsoft.com/office/drawing/2014/main" id="{F4BDF767-1B3C-DEB6-DB34-161A9334BF54}"/>
              </a:ext>
            </a:extLst>
          </p:cNvPr>
          <p:cNvSpPr/>
          <p:nvPr/>
        </p:nvSpPr>
        <p:spPr>
          <a:xfrm>
            <a:off x="10408361" y="103233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삽겹살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6B80C8F5-BDE1-9C8A-8402-DC4A3EA48021}"/>
              </a:ext>
            </a:extLst>
          </p:cNvPr>
          <p:cNvSpPr/>
          <p:nvPr/>
        </p:nvSpPr>
        <p:spPr>
          <a:xfrm>
            <a:off x="10910710" y="103233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후추</a:t>
            </a:r>
          </a:p>
        </p:txBody>
      </p:sp>
      <p:sp>
        <p:nvSpPr>
          <p:cNvPr id="4119" name="사각형: 둥근 모서리 4118">
            <a:extLst>
              <a:ext uri="{FF2B5EF4-FFF2-40B4-BE49-F238E27FC236}">
                <a16:creationId xmlns:a16="http://schemas.microsoft.com/office/drawing/2014/main" id="{49B5F656-FAE1-E4E8-7CD4-317029184CDA}"/>
              </a:ext>
            </a:extLst>
          </p:cNvPr>
          <p:cNvSpPr/>
          <p:nvPr/>
        </p:nvSpPr>
        <p:spPr>
          <a:xfrm>
            <a:off x="11413060" y="103233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양파</a:t>
            </a:r>
          </a:p>
        </p:txBody>
      </p:sp>
      <p:sp>
        <p:nvSpPr>
          <p:cNvPr id="4120" name="사각형: 둥근 모서리 4119">
            <a:extLst>
              <a:ext uri="{FF2B5EF4-FFF2-40B4-BE49-F238E27FC236}">
                <a16:creationId xmlns:a16="http://schemas.microsoft.com/office/drawing/2014/main" id="{C9A231DE-01A0-6B5F-A375-90FCC998D2E2}"/>
              </a:ext>
            </a:extLst>
          </p:cNvPr>
          <p:cNvSpPr/>
          <p:nvPr/>
        </p:nvSpPr>
        <p:spPr>
          <a:xfrm>
            <a:off x="11915409" y="103233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대파</a:t>
            </a:r>
          </a:p>
        </p:txBody>
      </p:sp>
      <p:sp>
        <p:nvSpPr>
          <p:cNvPr id="4121" name="사각형: 둥근 모서리 4120">
            <a:extLst>
              <a:ext uri="{FF2B5EF4-FFF2-40B4-BE49-F238E27FC236}">
                <a16:creationId xmlns:a16="http://schemas.microsoft.com/office/drawing/2014/main" id="{E26D1F30-C180-C21F-DB6C-D2E9DE84AC03}"/>
              </a:ext>
            </a:extLst>
          </p:cNvPr>
          <p:cNvSpPr/>
          <p:nvPr/>
        </p:nvSpPr>
        <p:spPr>
          <a:xfrm>
            <a:off x="12417759" y="103233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고추</a:t>
            </a:r>
          </a:p>
        </p:txBody>
      </p:sp>
      <p:sp>
        <p:nvSpPr>
          <p:cNvPr id="4122" name="사각형: 둥근 모서리 4121">
            <a:extLst>
              <a:ext uri="{FF2B5EF4-FFF2-40B4-BE49-F238E27FC236}">
                <a16:creationId xmlns:a16="http://schemas.microsoft.com/office/drawing/2014/main" id="{2A7D3F23-93FE-8784-91AA-FE6038CD8CFE}"/>
              </a:ext>
            </a:extLst>
          </p:cNvPr>
          <p:cNvSpPr/>
          <p:nvPr/>
        </p:nvSpPr>
        <p:spPr>
          <a:xfrm>
            <a:off x="12920108" y="103233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23" name="사각형: 둥근 모서리 4122">
            <a:extLst>
              <a:ext uri="{FF2B5EF4-FFF2-40B4-BE49-F238E27FC236}">
                <a16:creationId xmlns:a16="http://schemas.microsoft.com/office/drawing/2014/main" id="{A141B111-C3CA-CF16-0DCB-A5D6D072FCCF}"/>
              </a:ext>
            </a:extLst>
          </p:cNvPr>
          <p:cNvSpPr/>
          <p:nvPr/>
        </p:nvSpPr>
        <p:spPr>
          <a:xfrm>
            <a:off x="13422458" y="103233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다진마늘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4" name="사각형: 둥근 모서리 4123">
            <a:extLst>
              <a:ext uri="{FF2B5EF4-FFF2-40B4-BE49-F238E27FC236}">
                <a16:creationId xmlns:a16="http://schemas.microsoft.com/office/drawing/2014/main" id="{128ED554-06AC-2030-DAD9-ABDD2D5575AC}"/>
              </a:ext>
            </a:extLst>
          </p:cNvPr>
          <p:cNvSpPr/>
          <p:nvPr/>
        </p:nvSpPr>
        <p:spPr>
          <a:xfrm>
            <a:off x="13924807" y="10323346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 </a:t>
            </a:r>
          </a:p>
        </p:txBody>
      </p:sp>
      <p:sp>
        <p:nvSpPr>
          <p:cNvPr id="4125" name="TextBox 4124">
            <a:extLst>
              <a:ext uri="{FF2B5EF4-FFF2-40B4-BE49-F238E27FC236}">
                <a16:creationId xmlns:a16="http://schemas.microsoft.com/office/drawing/2014/main" id="{80D6A72A-0BF5-84E4-B12B-8939A0C3074B}"/>
              </a:ext>
            </a:extLst>
          </p:cNvPr>
          <p:cNvSpPr txBox="1"/>
          <p:nvPr/>
        </p:nvSpPr>
        <p:spPr>
          <a:xfrm>
            <a:off x="14415699" y="10277734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26" name="그림 4125">
            <a:extLst>
              <a:ext uri="{FF2B5EF4-FFF2-40B4-BE49-F238E27FC236}">
                <a16:creationId xmlns:a16="http://schemas.microsoft.com/office/drawing/2014/main" id="{630DB7F4-F401-0DC5-FF22-C02890A5576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20"/>
          <a:stretch/>
        </p:blipFill>
        <p:spPr>
          <a:xfrm flipH="1">
            <a:off x="14580400" y="9713345"/>
            <a:ext cx="116844" cy="547211"/>
          </a:xfrm>
          <a:prstGeom prst="rect">
            <a:avLst/>
          </a:prstGeom>
        </p:spPr>
      </p:pic>
      <p:pic>
        <p:nvPicPr>
          <p:cNvPr id="4127" name="그림 4126">
            <a:extLst>
              <a:ext uri="{FF2B5EF4-FFF2-40B4-BE49-F238E27FC236}">
                <a16:creationId xmlns:a16="http://schemas.microsoft.com/office/drawing/2014/main" id="{41AE3A5A-FF6E-008E-9D84-3E5FBCC4E3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447" y="9382482"/>
            <a:ext cx="826571" cy="795050"/>
          </a:xfrm>
          <a:prstGeom prst="rect">
            <a:avLst/>
          </a:prstGeom>
        </p:spPr>
      </p:pic>
      <p:sp>
        <p:nvSpPr>
          <p:cNvPr id="4128" name="사각형: 둥근 모서리 4127">
            <a:extLst>
              <a:ext uri="{FF2B5EF4-FFF2-40B4-BE49-F238E27FC236}">
                <a16:creationId xmlns:a16="http://schemas.microsoft.com/office/drawing/2014/main" id="{B4F447CD-B1F4-1E80-B996-132F4BBE1368}"/>
              </a:ext>
            </a:extLst>
          </p:cNvPr>
          <p:cNvSpPr/>
          <p:nvPr/>
        </p:nvSpPr>
        <p:spPr>
          <a:xfrm>
            <a:off x="11413060" y="1061758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</a:t>
            </a:r>
          </a:p>
        </p:txBody>
      </p:sp>
      <p:pic>
        <p:nvPicPr>
          <p:cNvPr id="4129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8E4E69A7-A9A1-E343-98AA-46720C4366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13114494" y="9403395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0" name="사각형: 둥근 모서리 4129">
            <a:extLst>
              <a:ext uri="{FF2B5EF4-FFF2-40B4-BE49-F238E27FC236}">
                <a16:creationId xmlns:a16="http://schemas.microsoft.com/office/drawing/2014/main" id="{2F254738-1DFA-A266-98B8-B0B2AE90C01E}"/>
              </a:ext>
            </a:extLst>
          </p:cNvPr>
          <p:cNvSpPr/>
          <p:nvPr/>
        </p:nvSpPr>
        <p:spPr>
          <a:xfrm>
            <a:off x="9354629" y="10914765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31" name="사각형: 둥근 모서리 4130">
            <a:extLst>
              <a:ext uri="{FF2B5EF4-FFF2-40B4-BE49-F238E27FC236}">
                <a16:creationId xmlns:a16="http://schemas.microsoft.com/office/drawing/2014/main" id="{0488F2E2-C6BD-6AF5-592B-21E18AB53219}"/>
              </a:ext>
            </a:extLst>
          </p:cNvPr>
          <p:cNvSpPr/>
          <p:nvPr/>
        </p:nvSpPr>
        <p:spPr>
          <a:xfrm>
            <a:off x="10408361" y="10937935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32" name="사각형: 둥근 모서리 4131">
            <a:extLst>
              <a:ext uri="{FF2B5EF4-FFF2-40B4-BE49-F238E27FC236}">
                <a16:creationId xmlns:a16="http://schemas.microsoft.com/office/drawing/2014/main" id="{07EF90D6-8F45-2B54-5BC9-FCD22BB9B1C5}"/>
              </a:ext>
            </a:extLst>
          </p:cNvPr>
          <p:cNvSpPr/>
          <p:nvPr/>
        </p:nvSpPr>
        <p:spPr>
          <a:xfrm>
            <a:off x="11243401" y="10941817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33" name="사각형: 둥근 모서리 4132">
            <a:extLst>
              <a:ext uri="{FF2B5EF4-FFF2-40B4-BE49-F238E27FC236}">
                <a16:creationId xmlns:a16="http://schemas.microsoft.com/office/drawing/2014/main" id="{D7F11250-13B5-3705-E235-04C4CB3DC1F9}"/>
              </a:ext>
            </a:extLst>
          </p:cNvPr>
          <p:cNvSpPr/>
          <p:nvPr/>
        </p:nvSpPr>
        <p:spPr>
          <a:xfrm>
            <a:off x="12117414" y="10945467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한치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4" name="Picture 4" descr="확인하다 - 무료 ui개 아이콘">
            <a:extLst>
              <a:ext uri="{FF2B5EF4-FFF2-40B4-BE49-F238E27FC236}">
                <a16:creationId xmlns:a16="http://schemas.microsoft.com/office/drawing/2014/main" id="{93E3DADE-534C-3B73-897D-467ECC845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4217" y="9371166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5" name="사각형: 둥근 모서리 4134">
            <a:extLst>
              <a:ext uri="{FF2B5EF4-FFF2-40B4-BE49-F238E27FC236}">
                <a16:creationId xmlns:a16="http://schemas.microsoft.com/office/drawing/2014/main" id="{87EB5E8F-8CB2-7E8D-F104-A907210AE051}"/>
              </a:ext>
            </a:extLst>
          </p:cNvPr>
          <p:cNvSpPr/>
          <p:nvPr/>
        </p:nvSpPr>
        <p:spPr>
          <a:xfrm>
            <a:off x="8192645" y="11386523"/>
            <a:ext cx="6707827" cy="2054821"/>
          </a:xfrm>
          <a:prstGeom prst="roundRect">
            <a:avLst>
              <a:gd name="adj" fmla="val 619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 dirty="0"/>
          </a:p>
        </p:txBody>
      </p:sp>
      <p:sp>
        <p:nvSpPr>
          <p:cNvPr id="4138" name="TextBox 4137">
            <a:extLst>
              <a:ext uri="{FF2B5EF4-FFF2-40B4-BE49-F238E27FC236}">
                <a16:creationId xmlns:a16="http://schemas.microsoft.com/office/drawing/2014/main" id="{8A70B55A-28C5-CF92-72FB-80399FCFD0A1}"/>
              </a:ext>
            </a:extLst>
          </p:cNvPr>
          <p:cNvSpPr txBox="1"/>
          <p:nvPr/>
        </p:nvSpPr>
        <p:spPr>
          <a:xfrm>
            <a:off x="9353317" y="11500865"/>
            <a:ext cx="378107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 장아찌 </a:t>
            </a:r>
            <a:r>
              <a:rPr lang="ko-KR" altLang="en-US" sz="126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9" name="Picture 2" descr="쇼핑 아이콘 일러스트 ai 무료다운로드 free shopping icon - Urbanbrush">
            <a:extLst>
              <a:ext uri="{FF2B5EF4-FFF2-40B4-BE49-F238E27FC236}">
                <a16:creationId xmlns:a16="http://schemas.microsoft.com/office/drawing/2014/main" id="{5531E436-ED8A-79C6-8045-CA04E78F2C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6" t="55750" r="42108" b="29694"/>
          <a:stretch/>
        </p:blipFill>
        <p:spPr bwMode="auto">
          <a:xfrm>
            <a:off x="13766168" y="11569064"/>
            <a:ext cx="148515" cy="1575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40" name="사각형: 둥근 모서리 4139">
            <a:extLst>
              <a:ext uri="{FF2B5EF4-FFF2-40B4-BE49-F238E27FC236}">
                <a16:creationId xmlns:a16="http://schemas.microsoft.com/office/drawing/2014/main" id="{C1960A9F-EC4D-3560-3079-2601CD6792A0}"/>
              </a:ext>
            </a:extLst>
          </p:cNvPr>
          <p:cNvSpPr/>
          <p:nvPr/>
        </p:nvSpPr>
        <p:spPr>
          <a:xfrm>
            <a:off x="8360011" y="12474730"/>
            <a:ext cx="871892" cy="8269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1134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1134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84%</a:t>
            </a:r>
            <a:endParaRPr lang="ko-KR" altLang="en-US" sz="1134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41" name="TextBox 4140">
            <a:extLst>
              <a:ext uri="{FF2B5EF4-FFF2-40B4-BE49-F238E27FC236}">
                <a16:creationId xmlns:a16="http://schemas.microsoft.com/office/drawing/2014/main" id="{5EC0BE16-FBCF-5597-EEF3-FAB3CF4C5565}"/>
              </a:ext>
            </a:extLst>
          </p:cNvPr>
          <p:cNvSpPr txBox="1"/>
          <p:nvPr/>
        </p:nvSpPr>
        <p:spPr>
          <a:xfrm>
            <a:off x="13848071" y="11500865"/>
            <a:ext cx="117978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82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꼬마츄츄</a:t>
            </a:r>
            <a:r>
              <a:rPr lang="en-US" altLang="ko-KR" sz="126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75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25-04-09</a:t>
            </a:r>
          </a:p>
        </p:txBody>
      </p:sp>
      <p:sp>
        <p:nvSpPr>
          <p:cNvPr id="4142" name="TextBox 4141">
            <a:extLst>
              <a:ext uri="{FF2B5EF4-FFF2-40B4-BE49-F238E27FC236}">
                <a16:creationId xmlns:a16="http://schemas.microsoft.com/office/drawing/2014/main" id="{8F957E4B-F8DD-8EC9-D581-0413EE243131}"/>
              </a:ext>
            </a:extLst>
          </p:cNvPr>
          <p:cNvSpPr txBox="1"/>
          <p:nvPr/>
        </p:nvSpPr>
        <p:spPr>
          <a:xfrm>
            <a:off x="9335219" y="11845262"/>
            <a:ext cx="4814269" cy="55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두릅데치기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참두릅장아찌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쉽고 맛있게 만들기 안녕하세요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제제에요</a:t>
            </a:r>
            <a:r>
              <a:rPr lang="en-US" altLang="ko-KR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봄나물의 제왕이라고 하는 두릅이 나는 계절에는 두릅으로 여러가지 요리를 해서 </a:t>
            </a:r>
          </a:p>
          <a:p>
            <a:pPr fontAlgn="base">
              <a:buNone/>
            </a:pP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먹지만 밑반찬으로는 역시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두릅장아찌만한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것이 없어요</a:t>
            </a:r>
          </a:p>
        </p:txBody>
      </p:sp>
      <p:sp>
        <p:nvSpPr>
          <p:cNvPr id="4143" name="사각형: 둥근 모서리 4142">
            <a:extLst>
              <a:ext uri="{FF2B5EF4-FFF2-40B4-BE49-F238E27FC236}">
                <a16:creationId xmlns:a16="http://schemas.microsoft.com/office/drawing/2014/main" id="{EB0645B6-8A00-48DA-093E-D6928AB9FC57}"/>
              </a:ext>
            </a:extLst>
          </p:cNvPr>
          <p:cNvSpPr/>
          <p:nvPr/>
        </p:nvSpPr>
        <p:spPr>
          <a:xfrm>
            <a:off x="9372550" y="12470671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 재료</a:t>
            </a:r>
          </a:p>
        </p:txBody>
      </p:sp>
      <p:sp>
        <p:nvSpPr>
          <p:cNvPr id="4144" name="사각형: 둥근 모서리 4143">
            <a:extLst>
              <a:ext uri="{FF2B5EF4-FFF2-40B4-BE49-F238E27FC236}">
                <a16:creationId xmlns:a16="http://schemas.microsoft.com/office/drawing/2014/main" id="{374564D4-CDEE-5595-7B7C-FC8C5AEADF74}"/>
              </a:ext>
            </a:extLst>
          </p:cNvPr>
          <p:cNvSpPr/>
          <p:nvPr/>
        </p:nvSpPr>
        <p:spPr>
          <a:xfrm>
            <a:off x="9372550" y="12766678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사야할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재료</a:t>
            </a:r>
          </a:p>
        </p:txBody>
      </p:sp>
      <p:sp>
        <p:nvSpPr>
          <p:cNvPr id="4145" name="사각형: 둥근 모서리 4144">
            <a:extLst>
              <a:ext uri="{FF2B5EF4-FFF2-40B4-BE49-F238E27FC236}">
                <a16:creationId xmlns:a16="http://schemas.microsoft.com/office/drawing/2014/main" id="{E1ECED0B-6391-E66D-67A2-0ABD59886889}"/>
              </a:ext>
            </a:extLst>
          </p:cNvPr>
          <p:cNvSpPr/>
          <p:nvPr/>
        </p:nvSpPr>
        <p:spPr>
          <a:xfrm>
            <a:off x="10426282" y="1276385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</a:t>
            </a:r>
          </a:p>
        </p:txBody>
      </p:sp>
      <p:sp>
        <p:nvSpPr>
          <p:cNvPr id="4146" name="사각형: 둥근 모서리 4145">
            <a:extLst>
              <a:ext uri="{FF2B5EF4-FFF2-40B4-BE49-F238E27FC236}">
                <a16:creationId xmlns:a16="http://schemas.microsoft.com/office/drawing/2014/main" id="{3F26926C-BCFA-9694-7712-A8EFC6932538}"/>
              </a:ext>
            </a:extLst>
          </p:cNvPr>
          <p:cNvSpPr/>
          <p:nvPr/>
        </p:nvSpPr>
        <p:spPr>
          <a:xfrm>
            <a:off x="10921321" y="1276385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47" name="사각형: 둥근 모서리 4146">
            <a:extLst>
              <a:ext uri="{FF2B5EF4-FFF2-40B4-BE49-F238E27FC236}">
                <a16:creationId xmlns:a16="http://schemas.microsoft.com/office/drawing/2014/main" id="{E5B22D2D-61AC-A0CA-7C9A-619A8F4E0622}"/>
              </a:ext>
            </a:extLst>
          </p:cNvPr>
          <p:cNvSpPr/>
          <p:nvPr/>
        </p:nvSpPr>
        <p:spPr>
          <a:xfrm>
            <a:off x="10426282" y="1247244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건고추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48" name="사각형: 둥근 모서리 4147">
            <a:extLst>
              <a:ext uri="{FF2B5EF4-FFF2-40B4-BE49-F238E27FC236}">
                <a16:creationId xmlns:a16="http://schemas.microsoft.com/office/drawing/2014/main" id="{E07483F2-E1B1-8241-42D4-547E2297B785}"/>
              </a:ext>
            </a:extLst>
          </p:cNvPr>
          <p:cNvSpPr/>
          <p:nvPr/>
        </p:nvSpPr>
        <p:spPr>
          <a:xfrm>
            <a:off x="10928631" y="1247244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간장</a:t>
            </a:r>
          </a:p>
        </p:txBody>
      </p:sp>
      <p:sp>
        <p:nvSpPr>
          <p:cNvPr id="4149" name="사각형: 둥근 모서리 4148">
            <a:extLst>
              <a:ext uri="{FF2B5EF4-FFF2-40B4-BE49-F238E27FC236}">
                <a16:creationId xmlns:a16="http://schemas.microsoft.com/office/drawing/2014/main" id="{6A6A81C1-72B7-DE15-0F28-2EB316AF6CF8}"/>
              </a:ext>
            </a:extLst>
          </p:cNvPr>
          <p:cNvSpPr/>
          <p:nvPr/>
        </p:nvSpPr>
        <p:spPr>
          <a:xfrm>
            <a:off x="11430981" y="1247244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설탕</a:t>
            </a:r>
          </a:p>
        </p:txBody>
      </p:sp>
      <p:sp>
        <p:nvSpPr>
          <p:cNvPr id="4150" name="사각형: 둥근 모서리 4149">
            <a:extLst>
              <a:ext uri="{FF2B5EF4-FFF2-40B4-BE49-F238E27FC236}">
                <a16:creationId xmlns:a16="http://schemas.microsoft.com/office/drawing/2014/main" id="{3DAF5FA4-CEF5-2285-1811-467B9D077F12}"/>
              </a:ext>
            </a:extLst>
          </p:cNvPr>
          <p:cNvSpPr/>
          <p:nvPr/>
        </p:nvSpPr>
        <p:spPr>
          <a:xfrm>
            <a:off x="11933330" y="12472441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식초</a:t>
            </a:r>
          </a:p>
        </p:txBody>
      </p:sp>
      <p:sp>
        <p:nvSpPr>
          <p:cNvPr id="4151" name="TextBox 4150">
            <a:extLst>
              <a:ext uri="{FF2B5EF4-FFF2-40B4-BE49-F238E27FC236}">
                <a16:creationId xmlns:a16="http://schemas.microsoft.com/office/drawing/2014/main" id="{3F5DB6A3-F352-D997-C8AB-B8DC2CB67E98}"/>
              </a:ext>
            </a:extLst>
          </p:cNvPr>
          <p:cNvSpPr txBox="1"/>
          <p:nvPr/>
        </p:nvSpPr>
        <p:spPr>
          <a:xfrm>
            <a:off x="14433620" y="12426829"/>
            <a:ext cx="368006" cy="3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86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…</a:t>
            </a:r>
            <a:endParaRPr lang="ko-KR" altLang="en-US" sz="1386" dirty="0"/>
          </a:p>
        </p:txBody>
      </p:sp>
      <p:pic>
        <p:nvPicPr>
          <p:cNvPr id="4154" name="그림 4153">
            <a:extLst>
              <a:ext uri="{FF2B5EF4-FFF2-40B4-BE49-F238E27FC236}">
                <a16:creationId xmlns:a16="http://schemas.microsoft.com/office/drawing/2014/main" id="{ED910D8B-FC85-CD1F-1AD5-07BA476EB9A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920"/>
          <a:stretch/>
        </p:blipFill>
        <p:spPr>
          <a:xfrm flipH="1">
            <a:off x="14598320" y="11862440"/>
            <a:ext cx="116844" cy="547211"/>
          </a:xfrm>
          <a:prstGeom prst="rect">
            <a:avLst/>
          </a:prstGeom>
        </p:spPr>
      </p:pic>
      <p:pic>
        <p:nvPicPr>
          <p:cNvPr id="4156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75BD6632-A369-99A0-1327-F1B68726B2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71" t="18380" r="37064" b="61373"/>
          <a:stretch/>
        </p:blipFill>
        <p:spPr bwMode="auto">
          <a:xfrm>
            <a:off x="13132415" y="11552490"/>
            <a:ext cx="512300" cy="2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57" name="사각형: 둥근 모서리 4156">
            <a:extLst>
              <a:ext uri="{FF2B5EF4-FFF2-40B4-BE49-F238E27FC236}">
                <a16:creationId xmlns:a16="http://schemas.microsoft.com/office/drawing/2014/main" id="{5FF20E0A-E155-B189-39C2-AFBB9EFD04DA}"/>
              </a:ext>
            </a:extLst>
          </p:cNvPr>
          <p:cNvSpPr/>
          <p:nvPr/>
        </p:nvSpPr>
        <p:spPr>
          <a:xfrm>
            <a:off x="9372550" y="13063860"/>
            <a:ext cx="913088" cy="2211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대체 가능 재료</a:t>
            </a:r>
          </a:p>
        </p:txBody>
      </p:sp>
      <p:sp>
        <p:nvSpPr>
          <p:cNvPr id="4159" name="사각형: 둥근 모서리 4158">
            <a:extLst>
              <a:ext uri="{FF2B5EF4-FFF2-40B4-BE49-F238E27FC236}">
                <a16:creationId xmlns:a16="http://schemas.microsoft.com/office/drawing/2014/main" id="{67F74A85-28CB-F966-A2FB-5600B04F7ABF}"/>
              </a:ext>
            </a:extLst>
          </p:cNvPr>
          <p:cNvSpPr/>
          <p:nvPr/>
        </p:nvSpPr>
        <p:spPr>
          <a:xfrm>
            <a:off x="10426282" y="13087030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맛술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소주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60" name="사각형: 둥근 모서리 4159">
            <a:extLst>
              <a:ext uri="{FF2B5EF4-FFF2-40B4-BE49-F238E27FC236}">
                <a16:creationId xmlns:a16="http://schemas.microsoft.com/office/drawing/2014/main" id="{AAA4C593-B564-AB30-078C-4C1247A6E3A7}"/>
              </a:ext>
            </a:extLst>
          </p:cNvPr>
          <p:cNvSpPr/>
          <p:nvPr/>
        </p:nvSpPr>
        <p:spPr>
          <a:xfrm>
            <a:off x="11261322" y="13090912"/>
            <a:ext cx="80269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청주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EAEA0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69" name="Picture 4">
            <a:extLst>
              <a:ext uri="{FF2B5EF4-FFF2-40B4-BE49-F238E27FC236}">
                <a16:creationId xmlns:a16="http://schemas.microsoft.com/office/drawing/2014/main" id="{86193F34-9B0A-B9D0-5F96-21C4263EBC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6" t="7866" r="7866" b="7866"/>
          <a:stretch/>
        </p:blipFill>
        <p:spPr bwMode="auto">
          <a:xfrm>
            <a:off x="8382288" y="11531576"/>
            <a:ext cx="874698" cy="79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70" name="사각형: 둥근 모서리 4169">
            <a:extLst>
              <a:ext uri="{FF2B5EF4-FFF2-40B4-BE49-F238E27FC236}">
                <a16:creationId xmlns:a16="http://schemas.microsoft.com/office/drawing/2014/main" id="{43971946-A104-73BD-3756-EF1EFFD721BB}"/>
              </a:ext>
            </a:extLst>
          </p:cNvPr>
          <p:cNvSpPr/>
          <p:nvPr/>
        </p:nvSpPr>
        <p:spPr>
          <a:xfrm>
            <a:off x="11426514" y="12763854"/>
            <a:ext cx="463376" cy="22117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EAEA0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미림</a:t>
            </a:r>
          </a:p>
        </p:txBody>
      </p:sp>
      <p:pic>
        <p:nvPicPr>
          <p:cNvPr id="4171" name="Picture 4" descr="확인하다 - 무료 ui개 아이콘">
            <a:extLst>
              <a:ext uri="{FF2B5EF4-FFF2-40B4-BE49-F238E27FC236}">
                <a16:creationId xmlns:a16="http://schemas.microsoft.com/office/drawing/2014/main" id="{20F8596F-F2D6-40F4-9BF1-4E8E78FDC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3427" y="11520121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72" name="직사각형 4171">
            <a:extLst>
              <a:ext uri="{FF2B5EF4-FFF2-40B4-BE49-F238E27FC236}">
                <a16:creationId xmlns:a16="http://schemas.microsoft.com/office/drawing/2014/main" id="{721C65D6-3D39-D5FA-5D03-52F5C8270BD7}"/>
              </a:ext>
            </a:extLst>
          </p:cNvPr>
          <p:cNvSpPr/>
          <p:nvPr/>
        </p:nvSpPr>
        <p:spPr>
          <a:xfrm>
            <a:off x="-3871818" y="2063347"/>
            <a:ext cx="527114" cy="5516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2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3200" dirty="0"/>
          </a:p>
        </p:txBody>
      </p:sp>
      <p:sp>
        <p:nvSpPr>
          <p:cNvPr id="4174" name="TextBox 4173">
            <a:extLst>
              <a:ext uri="{FF2B5EF4-FFF2-40B4-BE49-F238E27FC236}">
                <a16:creationId xmlns:a16="http://schemas.microsoft.com/office/drawing/2014/main" id="{D94AEB37-3637-4E06-3A29-C23734C69566}"/>
              </a:ext>
            </a:extLst>
          </p:cNvPr>
          <p:cNvSpPr txBox="1"/>
          <p:nvPr/>
        </p:nvSpPr>
        <p:spPr>
          <a:xfrm>
            <a:off x="-118714" y="-643623"/>
            <a:ext cx="9656414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11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 상세 보기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CB6BF1-B063-05A3-8C1E-1AAAC589F1E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171" t="-1728" r="-1171" b="1728"/>
          <a:stretch/>
        </p:blipFill>
        <p:spPr>
          <a:xfrm>
            <a:off x="181070" y="2478839"/>
            <a:ext cx="6943810" cy="123013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4E0193-9A62-2CB9-80D2-EEA107434A0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" y="0"/>
            <a:ext cx="7199314" cy="11998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837B14D-1C4A-BEC1-2D3D-074AC65FF74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1068" y="0"/>
            <a:ext cx="7417007" cy="1612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56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17F7-CFB5-FCB7-42C4-F1E2B79A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99F82A40-3605-566A-D86C-FE653F9880DC}"/>
              </a:ext>
            </a:extLst>
          </p:cNvPr>
          <p:cNvSpPr/>
          <p:nvPr/>
        </p:nvSpPr>
        <p:spPr>
          <a:xfrm>
            <a:off x="-1" y="0"/>
            <a:ext cx="7199313" cy="15479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53" name="직사각형 4152">
            <a:extLst>
              <a:ext uri="{FF2B5EF4-FFF2-40B4-BE49-F238E27FC236}">
                <a16:creationId xmlns:a16="http://schemas.microsoft.com/office/drawing/2014/main" id="{4A4759B1-D5F8-975A-F21A-B37E0D713FCB}"/>
              </a:ext>
            </a:extLst>
          </p:cNvPr>
          <p:cNvSpPr/>
          <p:nvPr/>
        </p:nvSpPr>
        <p:spPr>
          <a:xfrm>
            <a:off x="-1" y="1980406"/>
            <a:ext cx="7199313" cy="1151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67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8A82BD-197F-2D08-5E38-9B596122A02A}"/>
              </a:ext>
            </a:extLst>
          </p:cNvPr>
          <p:cNvSpPr txBox="1"/>
          <p:nvPr/>
        </p:nvSpPr>
        <p:spPr>
          <a:xfrm>
            <a:off x="1396631" y="5343746"/>
            <a:ext cx="4452088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사용자 닉네임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 </a:t>
            </a:r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님이 기록하고 살펴본 요리들을 모아봤어요</a:t>
            </a:r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.</a:t>
            </a:r>
            <a:endParaRPr lang="ko-KR" altLang="en-US" sz="126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Medium" panose="02020603020101020101" pitchFamily="18" charset="-127"/>
              <a:ea typeface="KoPub돋움체 Medium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A4AA0-1099-0596-A806-0D173F201E6C}"/>
              </a:ext>
            </a:extLst>
          </p:cNvPr>
          <p:cNvSpPr txBox="1"/>
          <p:nvPr/>
        </p:nvSpPr>
        <p:spPr>
          <a:xfrm>
            <a:off x="482120" y="6209935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기록한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DB6D54D-FF1E-4AF0-1851-968C5F3C70B0}"/>
              </a:ext>
            </a:extLst>
          </p:cNvPr>
          <p:cNvCxnSpPr>
            <a:cxnSpLocks/>
          </p:cNvCxnSpPr>
          <p:nvPr/>
        </p:nvCxnSpPr>
        <p:spPr>
          <a:xfrm>
            <a:off x="625147" y="6520104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2EADD05-7262-65E5-1602-6C02F01D3F97}"/>
              </a:ext>
            </a:extLst>
          </p:cNvPr>
          <p:cNvSpPr txBox="1"/>
          <p:nvPr/>
        </p:nvSpPr>
        <p:spPr>
          <a:xfrm>
            <a:off x="6798858" y="6208850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</p:txBody>
      </p:sp>
      <p:pic>
        <p:nvPicPr>
          <p:cNvPr id="29" name="Picture 10" descr="인스 타 그램 패키지 아이콘 - Pixabay의 무료 벡터 그래픽">
            <a:extLst>
              <a:ext uri="{FF2B5EF4-FFF2-40B4-BE49-F238E27FC236}">
                <a16:creationId xmlns:a16="http://schemas.microsoft.com/office/drawing/2014/main" id="{79C41DA1-4870-E6B5-511D-45C8738A7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6" t="18382" r="37064" b="61373"/>
          <a:stretch/>
        </p:blipFill>
        <p:spPr bwMode="auto">
          <a:xfrm>
            <a:off x="1812023" y="6273027"/>
            <a:ext cx="248953" cy="2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AE6296-5248-60C4-F640-2A397A7AECB2}"/>
              </a:ext>
            </a:extLst>
          </p:cNvPr>
          <p:cNvSpPr txBox="1"/>
          <p:nvPr/>
        </p:nvSpPr>
        <p:spPr>
          <a:xfrm>
            <a:off x="482120" y="8451036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내가 완료한 레시피</a:t>
            </a:r>
            <a:endParaRPr lang="en-US" altLang="ko-KR" sz="126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9A88B7B-4DCD-56A9-E891-F4DECDCC7F01}"/>
              </a:ext>
            </a:extLst>
          </p:cNvPr>
          <p:cNvCxnSpPr>
            <a:cxnSpLocks/>
          </p:cNvCxnSpPr>
          <p:nvPr/>
        </p:nvCxnSpPr>
        <p:spPr>
          <a:xfrm>
            <a:off x="625147" y="8761205"/>
            <a:ext cx="65741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088D965-4D66-F3EC-57E0-CA957CD90EEF}"/>
              </a:ext>
            </a:extLst>
          </p:cNvPr>
          <p:cNvSpPr txBox="1"/>
          <p:nvPr/>
        </p:nvSpPr>
        <p:spPr>
          <a:xfrm>
            <a:off x="6798858" y="8449951"/>
            <a:ext cx="144262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6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</p:txBody>
      </p:sp>
      <p:pic>
        <p:nvPicPr>
          <p:cNvPr id="37" name="Picture 4" descr="확인하다 - 무료 ui개 아이콘">
            <a:extLst>
              <a:ext uri="{FF2B5EF4-FFF2-40B4-BE49-F238E27FC236}">
                <a16:creationId xmlns:a16="http://schemas.microsoft.com/office/drawing/2014/main" id="{3DF393B4-2831-85D7-6858-4B837B6AD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11" y="8493470"/>
            <a:ext cx="241765" cy="2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2">
            <a:extLst>
              <a:ext uri="{FF2B5EF4-FFF2-40B4-BE49-F238E27FC236}">
                <a16:creationId xmlns:a16="http://schemas.microsoft.com/office/drawing/2014/main" id="{011E8311-6012-DB14-0876-1E903963EC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7" b="35174"/>
          <a:stretch/>
        </p:blipFill>
        <p:spPr bwMode="auto">
          <a:xfrm>
            <a:off x="571097" y="6654631"/>
            <a:ext cx="2153678" cy="96699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9" name="그림 4108">
            <a:extLst>
              <a:ext uri="{FF2B5EF4-FFF2-40B4-BE49-F238E27FC236}">
                <a16:creationId xmlns:a16="http://schemas.microsoft.com/office/drawing/2014/main" id="{0FAD106A-EF77-7D85-6960-4C842D7F49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854" b="11854"/>
          <a:stretch/>
        </p:blipFill>
        <p:spPr>
          <a:xfrm>
            <a:off x="3086138" y="6658076"/>
            <a:ext cx="2182517" cy="963555"/>
          </a:xfrm>
          <a:prstGeom prst="roundRect">
            <a:avLst/>
          </a:prstGeom>
          <a:noFill/>
        </p:spPr>
      </p:pic>
      <p:sp>
        <p:nvSpPr>
          <p:cNvPr id="4115" name="사각형: 둥근 모서리 4114">
            <a:extLst>
              <a:ext uri="{FF2B5EF4-FFF2-40B4-BE49-F238E27FC236}">
                <a16:creationId xmlns:a16="http://schemas.microsoft.com/office/drawing/2014/main" id="{AF36DC71-C67E-8F03-E4BE-423819BE1AD6}"/>
              </a:ext>
            </a:extLst>
          </p:cNvPr>
          <p:cNvSpPr/>
          <p:nvPr/>
        </p:nvSpPr>
        <p:spPr>
          <a:xfrm>
            <a:off x="563178" y="6651010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16" name="사각형: 둥근 모서리 4115">
            <a:extLst>
              <a:ext uri="{FF2B5EF4-FFF2-40B4-BE49-F238E27FC236}">
                <a16:creationId xmlns:a16="http://schemas.microsoft.com/office/drawing/2014/main" id="{619905CD-DBF4-1A31-B1B8-93893294C106}"/>
              </a:ext>
            </a:extLst>
          </p:cNvPr>
          <p:cNvSpPr/>
          <p:nvPr/>
        </p:nvSpPr>
        <p:spPr>
          <a:xfrm>
            <a:off x="3072033" y="6663981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90%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17" name="그림 4116">
            <a:extLst>
              <a:ext uri="{FF2B5EF4-FFF2-40B4-BE49-F238E27FC236}">
                <a16:creationId xmlns:a16="http://schemas.microsoft.com/office/drawing/2014/main" id="{E6C9E0F2-A220-567E-834B-2D8474EC6C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8224"/>
          <a:stretch/>
        </p:blipFill>
        <p:spPr>
          <a:xfrm>
            <a:off x="5632756" y="6634976"/>
            <a:ext cx="1566558" cy="986767"/>
          </a:xfrm>
          <a:prstGeom prst="rect">
            <a:avLst/>
          </a:prstGeom>
        </p:spPr>
      </p:pic>
      <p:sp>
        <p:nvSpPr>
          <p:cNvPr id="4118" name="사각형: 둥근 모서리 4117">
            <a:extLst>
              <a:ext uri="{FF2B5EF4-FFF2-40B4-BE49-F238E27FC236}">
                <a16:creationId xmlns:a16="http://schemas.microsoft.com/office/drawing/2014/main" id="{33A5A095-EEFC-EFDD-3B42-643C6B91BBBC}"/>
              </a:ext>
            </a:extLst>
          </p:cNvPr>
          <p:cNvSpPr/>
          <p:nvPr/>
        </p:nvSpPr>
        <p:spPr>
          <a:xfrm>
            <a:off x="5647833" y="6626266"/>
            <a:ext cx="941666" cy="221180"/>
          </a:xfrm>
          <a:prstGeom prst="roundRect">
            <a:avLst>
              <a:gd name="adj" fmla="val 12139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재료 </a:t>
            </a:r>
            <a:r>
              <a:rPr lang="ko-KR" altLang="en-US" sz="882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매칭률</a:t>
            </a:r>
            <a:r>
              <a:rPr lang="ko-KR" altLang="en-US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882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75%</a:t>
            </a:r>
            <a:endParaRPr lang="ko-KR" altLang="en-US" sz="882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4142" name="그룹 4141">
            <a:extLst>
              <a:ext uri="{FF2B5EF4-FFF2-40B4-BE49-F238E27FC236}">
                <a16:creationId xmlns:a16="http://schemas.microsoft.com/office/drawing/2014/main" id="{A1463C2F-E674-87F8-7231-C8820C953DD8}"/>
              </a:ext>
            </a:extLst>
          </p:cNvPr>
          <p:cNvGrpSpPr/>
          <p:nvPr/>
        </p:nvGrpSpPr>
        <p:grpSpPr>
          <a:xfrm>
            <a:off x="2100646" y="7323883"/>
            <a:ext cx="570547" cy="289997"/>
            <a:chOff x="1470809" y="4241787"/>
            <a:chExt cx="452915" cy="230207"/>
          </a:xfrm>
        </p:grpSpPr>
        <p:grpSp>
          <p:nvGrpSpPr>
            <p:cNvPr id="4104" name="그룹 4103">
              <a:extLst>
                <a:ext uri="{FF2B5EF4-FFF2-40B4-BE49-F238E27FC236}">
                  <a16:creationId xmlns:a16="http://schemas.microsoft.com/office/drawing/2014/main" id="{D788E0C0-CE6A-E356-87D4-67D1290DC9EB}"/>
                </a:ext>
              </a:extLst>
            </p:cNvPr>
            <p:cNvGrpSpPr/>
            <p:nvPr/>
          </p:nvGrpSpPr>
          <p:grpSpPr>
            <a:xfrm>
              <a:off x="1724694" y="4259159"/>
              <a:ext cx="199030" cy="200201"/>
              <a:chOff x="7257057" y="1634035"/>
              <a:chExt cx="199030" cy="200201"/>
            </a:xfrm>
          </p:grpSpPr>
          <p:sp>
            <p:nvSpPr>
              <p:cNvPr id="4105" name="타원 4104">
                <a:extLst>
                  <a:ext uri="{FF2B5EF4-FFF2-40B4-BE49-F238E27FC236}">
                    <a16:creationId xmlns:a16="http://schemas.microsoft.com/office/drawing/2014/main" id="{FB33B08F-179D-0839-5ADF-4B4A62970103}"/>
                  </a:ext>
                </a:extLst>
              </p:cNvPr>
              <p:cNvSpPr/>
              <p:nvPr/>
            </p:nvSpPr>
            <p:spPr>
              <a:xfrm>
                <a:off x="7257057" y="1634035"/>
                <a:ext cx="199030" cy="19903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pic>
            <p:nvPicPr>
              <p:cNvPr id="4107" name="그림 4106">
                <a:extLst>
                  <a:ext uri="{FF2B5EF4-FFF2-40B4-BE49-F238E27FC236}">
                    <a16:creationId xmlns:a16="http://schemas.microsoft.com/office/drawing/2014/main" id="{E5194C66-B4AD-71CA-9045-DC33001665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lum bright="70000" contrast="-70000"/>
              </a:blip>
              <a:srcRect r="58948"/>
              <a:stretch/>
            </p:blipFill>
            <p:spPr>
              <a:xfrm>
                <a:off x="7266582" y="1675726"/>
                <a:ext cx="167681" cy="158510"/>
              </a:xfrm>
              <a:prstGeom prst="rect">
                <a:avLst/>
              </a:prstGeom>
            </p:spPr>
          </p:pic>
        </p:grpSp>
        <p:sp>
          <p:nvSpPr>
            <p:cNvPr id="4119" name="타원 4118">
              <a:extLst>
                <a:ext uri="{FF2B5EF4-FFF2-40B4-BE49-F238E27FC236}">
                  <a16:creationId xmlns:a16="http://schemas.microsoft.com/office/drawing/2014/main" id="{6A1D7DCC-02AC-5CBA-61D9-7011B78D2341}"/>
                </a:ext>
              </a:extLst>
            </p:cNvPr>
            <p:cNvSpPr/>
            <p:nvPr/>
          </p:nvSpPr>
          <p:spPr>
            <a:xfrm>
              <a:off x="1470809" y="4241787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20" name="그림 4119">
              <a:extLst>
                <a:ext uri="{FF2B5EF4-FFF2-40B4-BE49-F238E27FC236}">
                  <a16:creationId xmlns:a16="http://schemas.microsoft.com/office/drawing/2014/main" id="{6CAACEB7-BAE4-D327-D328-D53AC2A4F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</a:blip>
            <a:stretch>
              <a:fillRect/>
            </a:stretch>
          </p:blipFill>
          <p:spPr>
            <a:xfrm>
              <a:off x="1511179" y="4313497"/>
              <a:ext cx="149467" cy="107990"/>
            </a:xfrm>
            <a:prstGeom prst="rect">
              <a:avLst/>
            </a:prstGeom>
          </p:spPr>
        </p:pic>
      </p:grpSp>
      <p:sp>
        <p:nvSpPr>
          <p:cNvPr id="4124" name="TextBox 4123">
            <a:extLst>
              <a:ext uri="{FF2B5EF4-FFF2-40B4-BE49-F238E27FC236}">
                <a16:creationId xmlns:a16="http://schemas.microsoft.com/office/drawing/2014/main" id="{806B5C4C-E9AC-D36D-6E70-70BF0BDDE3F5}"/>
              </a:ext>
            </a:extLst>
          </p:cNvPr>
          <p:cNvSpPr txBox="1"/>
          <p:nvPr/>
        </p:nvSpPr>
        <p:spPr>
          <a:xfrm>
            <a:off x="476224" y="7658062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틱톡에서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유행하는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초간단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안주레시피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5" name="TextBox 4124">
            <a:extLst>
              <a:ext uri="{FF2B5EF4-FFF2-40B4-BE49-F238E27FC236}">
                <a16:creationId xmlns:a16="http://schemas.microsoft.com/office/drawing/2014/main" id="{B3249D24-C761-5DEB-BCD0-7845D65CF086}"/>
              </a:ext>
            </a:extLst>
          </p:cNvPr>
          <p:cNvSpPr txBox="1"/>
          <p:nvPr/>
        </p:nvSpPr>
        <p:spPr>
          <a:xfrm>
            <a:off x="2988690" y="7658062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다이어트 김밥 만들기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오이김밥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</a:p>
        </p:txBody>
      </p:sp>
      <p:sp>
        <p:nvSpPr>
          <p:cNvPr id="4126" name="TextBox 4125">
            <a:extLst>
              <a:ext uri="{FF2B5EF4-FFF2-40B4-BE49-F238E27FC236}">
                <a16:creationId xmlns:a16="http://schemas.microsoft.com/office/drawing/2014/main" id="{0E4F1772-21A5-9928-60FE-76E76D436FD8}"/>
              </a:ext>
            </a:extLst>
          </p:cNvPr>
          <p:cNvSpPr txBox="1"/>
          <p:nvPr/>
        </p:nvSpPr>
        <p:spPr>
          <a:xfrm>
            <a:off x="5552654" y="7656587"/>
            <a:ext cx="2535886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숙취해소로 최고인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황태해장국</a:t>
            </a:r>
            <a:endParaRPr lang="ko-KR" altLang="en-US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27" name="그림 4126">
            <a:extLst>
              <a:ext uri="{FF2B5EF4-FFF2-40B4-BE49-F238E27FC236}">
                <a16:creationId xmlns:a16="http://schemas.microsoft.com/office/drawing/2014/main" id="{B14F6C92-B5F5-063D-2CD6-021796437B2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7891" b="23831"/>
          <a:stretch/>
        </p:blipFill>
        <p:spPr>
          <a:xfrm>
            <a:off x="618636" y="8859898"/>
            <a:ext cx="2106138" cy="1116638"/>
          </a:xfrm>
          <a:prstGeom prst="roundRect">
            <a:avLst/>
          </a:prstGeom>
          <a:noFill/>
        </p:spPr>
      </p:pic>
      <p:sp>
        <p:nvSpPr>
          <p:cNvPr id="4128" name="TextBox 4127">
            <a:extLst>
              <a:ext uri="{FF2B5EF4-FFF2-40B4-BE49-F238E27FC236}">
                <a16:creationId xmlns:a16="http://schemas.microsoft.com/office/drawing/2014/main" id="{8A790EB3-4179-DCBA-7FBA-69FDE030D342}"/>
              </a:ext>
            </a:extLst>
          </p:cNvPr>
          <p:cNvSpPr txBox="1"/>
          <p:nvPr/>
        </p:nvSpPr>
        <p:spPr>
          <a:xfrm>
            <a:off x="532821" y="9996527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오징어볶음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간단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29" name="TextBox 4128">
            <a:extLst>
              <a:ext uri="{FF2B5EF4-FFF2-40B4-BE49-F238E27FC236}">
                <a16:creationId xmlns:a16="http://schemas.microsoft.com/office/drawing/2014/main" id="{5A8D0250-9756-3EC3-C845-A81C1F224A06}"/>
              </a:ext>
            </a:extLst>
          </p:cNvPr>
          <p:cNvSpPr txBox="1"/>
          <p:nvPr/>
        </p:nvSpPr>
        <p:spPr>
          <a:xfrm>
            <a:off x="3033818" y="9977141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대패삼겹살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제육볶음 레시피 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0" name="그림 4129">
            <a:extLst>
              <a:ext uri="{FF2B5EF4-FFF2-40B4-BE49-F238E27FC236}">
                <a16:creationId xmlns:a16="http://schemas.microsoft.com/office/drawing/2014/main" id="{AF32C000-82C7-07D8-2BDE-91249439F46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3574" b="18917"/>
          <a:stretch/>
        </p:blipFill>
        <p:spPr>
          <a:xfrm>
            <a:off x="3086138" y="8856951"/>
            <a:ext cx="2182517" cy="1115013"/>
          </a:xfrm>
          <a:prstGeom prst="roundRect">
            <a:avLst/>
          </a:prstGeom>
          <a:noFill/>
        </p:spPr>
      </p:pic>
      <p:sp>
        <p:nvSpPr>
          <p:cNvPr id="4131" name="TextBox 4130">
            <a:extLst>
              <a:ext uri="{FF2B5EF4-FFF2-40B4-BE49-F238E27FC236}">
                <a16:creationId xmlns:a16="http://schemas.microsoft.com/office/drawing/2014/main" id="{2E932FFE-B4BE-3881-C04D-D0EEA8B83E56}"/>
              </a:ext>
            </a:extLst>
          </p:cNvPr>
          <p:cNvSpPr txBox="1"/>
          <p:nvPr/>
        </p:nvSpPr>
        <p:spPr>
          <a:xfrm>
            <a:off x="5617820" y="9977141"/>
            <a:ext cx="3781074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두릅 장아찌 </a:t>
            </a:r>
            <a:r>
              <a:rPr lang="ko-KR" altLang="en-US" sz="1008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만드는법</a:t>
            </a:r>
            <a:r>
              <a:rPr lang="ko-KR" altLang="en-US" sz="10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레시피</a:t>
            </a:r>
            <a:endParaRPr lang="en-US" altLang="ko-KR" sz="1008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134" name="그림 4133">
            <a:extLst>
              <a:ext uri="{FF2B5EF4-FFF2-40B4-BE49-F238E27FC236}">
                <a16:creationId xmlns:a16="http://schemas.microsoft.com/office/drawing/2014/main" id="{D955CFB9-003E-D4AB-0A66-A4AA764D013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32290"/>
          <a:stretch/>
        </p:blipFill>
        <p:spPr>
          <a:xfrm>
            <a:off x="5696491" y="8855864"/>
            <a:ext cx="1502825" cy="1144310"/>
          </a:xfrm>
          <a:prstGeom prst="rect">
            <a:avLst/>
          </a:prstGeom>
        </p:spPr>
      </p:pic>
      <p:sp>
        <p:nvSpPr>
          <p:cNvPr id="4138" name="TextBox 4137">
            <a:extLst>
              <a:ext uri="{FF2B5EF4-FFF2-40B4-BE49-F238E27FC236}">
                <a16:creationId xmlns:a16="http://schemas.microsoft.com/office/drawing/2014/main" id="{C998FAB7-FF52-9A98-B2AE-6490154C350E}"/>
              </a:ext>
            </a:extLst>
          </p:cNvPr>
          <p:cNvSpPr txBox="1"/>
          <p:nvPr/>
        </p:nvSpPr>
        <p:spPr>
          <a:xfrm>
            <a:off x="-1" y="16496211"/>
            <a:ext cx="71993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기능 정의</a:t>
            </a:r>
            <a:endParaRPr lang="ko-KR" altLang="en-US" sz="1400" dirty="0"/>
          </a:p>
          <a:p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highlight>
                <a:srgbClr val="FFFF00"/>
              </a:highligh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ⓐ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내 정보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수정 </a:t>
            </a:r>
            <a:r>
              <a:rPr lang="ko-KR" altLang="en-US" sz="14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</a:t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앞에서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정보 수정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버튼을 누르게 되면 해당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정보 수정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팝업창이 뜬다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해당 팝업창에서는 닉네임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아이디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변경 불가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비밀번호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비밀번호 확인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연락처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우편번호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주소 등의 내용이 있으며 하단에는 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수정하기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 </a:t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버튼이 있다</a:t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</p:txBody>
      </p:sp>
      <p:grpSp>
        <p:nvGrpSpPr>
          <p:cNvPr id="4110" name="그룹 4109">
            <a:extLst>
              <a:ext uri="{FF2B5EF4-FFF2-40B4-BE49-F238E27FC236}">
                <a16:creationId xmlns:a16="http://schemas.microsoft.com/office/drawing/2014/main" id="{9040DBD3-1BAB-24F7-3B07-D8DFBFFA6331}"/>
              </a:ext>
            </a:extLst>
          </p:cNvPr>
          <p:cNvGrpSpPr/>
          <p:nvPr/>
        </p:nvGrpSpPr>
        <p:grpSpPr>
          <a:xfrm>
            <a:off x="4673632" y="9681703"/>
            <a:ext cx="518048" cy="260567"/>
            <a:chOff x="7257057" y="1627391"/>
            <a:chExt cx="411240" cy="206845"/>
          </a:xfrm>
        </p:grpSpPr>
        <p:sp>
          <p:nvSpPr>
            <p:cNvPr id="4111" name="타원 4110">
              <a:extLst>
                <a:ext uri="{FF2B5EF4-FFF2-40B4-BE49-F238E27FC236}">
                  <a16:creationId xmlns:a16="http://schemas.microsoft.com/office/drawing/2014/main" id="{A6BBB6FD-543C-2B69-4252-2755718B1F51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12" name="타원 4111">
              <a:extLst>
                <a:ext uri="{FF2B5EF4-FFF2-40B4-BE49-F238E27FC236}">
                  <a16:creationId xmlns:a16="http://schemas.microsoft.com/office/drawing/2014/main" id="{F7F19EB1-12F6-AC21-A894-4D0398D98EDC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13" name="그림 4112">
              <a:extLst>
                <a:ext uri="{FF2B5EF4-FFF2-40B4-BE49-F238E27FC236}">
                  <a16:creationId xmlns:a16="http://schemas.microsoft.com/office/drawing/2014/main" id="{5DCEF9EE-B351-C74A-AD3E-E20EA2FB0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14" name="그림 4113">
              <a:extLst>
                <a:ext uri="{FF2B5EF4-FFF2-40B4-BE49-F238E27FC236}">
                  <a16:creationId xmlns:a16="http://schemas.microsoft.com/office/drawing/2014/main" id="{E2634D04-03C4-F50D-5F57-A402F4F5A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grpSp>
        <p:nvGrpSpPr>
          <p:cNvPr id="4143" name="그룹 4142">
            <a:extLst>
              <a:ext uri="{FF2B5EF4-FFF2-40B4-BE49-F238E27FC236}">
                <a16:creationId xmlns:a16="http://schemas.microsoft.com/office/drawing/2014/main" id="{D3F09E2E-9E1A-BC76-3974-81E39FE34D52}"/>
              </a:ext>
            </a:extLst>
          </p:cNvPr>
          <p:cNvGrpSpPr/>
          <p:nvPr/>
        </p:nvGrpSpPr>
        <p:grpSpPr>
          <a:xfrm>
            <a:off x="4608385" y="7323883"/>
            <a:ext cx="570547" cy="289997"/>
            <a:chOff x="1470809" y="4241787"/>
            <a:chExt cx="452915" cy="230207"/>
          </a:xfrm>
        </p:grpSpPr>
        <p:grpSp>
          <p:nvGrpSpPr>
            <p:cNvPr id="4144" name="그룹 4143">
              <a:extLst>
                <a:ext uri="{FF2B5EF4-FFF2-40B4-BE49-F238E27FC236}">
                  <a16:creationId xmlns:a16="http://schemas.microsoft.com/office/drawing/2014/main" id="{528B69A7-EFDE-9673-6963-EBB6ECCB54D5}"/>
                </a:ext>
              </a:extLst>
            </p:cNvPr>
            <p:cNvGrpSpPr/>
            <p:nvPr/>
          </p:nvGrpSpPr>
          <p:grpSpPr>
            <a:xfrm>
              <a:off x="1724694" y="4259159"/>
              <a:ext cx="199030" cy="200201"/>
              <a:chOff x="7257057" y="1634035"/>
              <a:chExt cx="199030" cy="200201"/>
            </a:xfrm>
          </p:grpSpPr>
          <p:sp>
            <p:nvSpPr>
              <p:cNvPr id="4147" name="타원 4146">
                <a:extLst>
                  <a:ext uri="{FF2B5EF4-FFF2-40B4-BE49-F238E27FC236}">
                    <a16:creationId xmlns:a16="http://schemas.microsoft.com/office/drawing/2014/main" id="{21C36951-4624-D697-ED29-684B67B1B26F}"/>
                  </a:ext>
                </a:extLst>
              </p:cNvPr>
              <p:cNvSpPr/>
              <p:nvPr/>
            </p:nvSpPr>
            <p:spPr>
              <a:xfrm>
                <a:off x="7257057" y="1634035"/>
                <a:ext cx="199030" cy="19903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67"/>
              </a:p>
            </p:txBody>
          </p:sp>
          <p:pic>
            <p:nvPicPr>
              <p:cNvPr id="4148" name="그림 4147">
                <a:extLst>
                  <a:ext uri="{FF2B5EF4-FFF2-40B4-BE49-F238E27FC236}">
                    <a16:creationId xmlns:a16="http://schemas.microsoft.com/office/drawing/2014/main" id="{DD6078EC-ABDA-043A-AA7E-F670E143EA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lum bright="70000" contrast="-70000"/>
              </a:blip>
              <a:srcRect r="58948"/>
              <a:stretch/>
            </p:blipFill>
            <p:spPr>
              <a:xfrm>
                <a:off x="7266582" y="1675726"/>
                <a:ext cx="167681" cy="158510"/>
              </a:xfrm>
              <a:prstGeom prst="rect">
                <a:avLst/>
              </a:prstGeom>
            </p:spPr>
          </p:pic>
        </p:grpSp>
        <p:sp>
          <p:nvSpPr>
            <p:cNvPr id="4145" name="타원 4144">
              <a:extLst>
                <a:ext uri="{FF2B5EF4-FFF2-40B4-BE49-F238E27FC236}">
                  <a16:creationId xmlns:a16="http://schemas.microsoft.com/office/drawing/2014/main" id="{FFC63757-59F8-3927-6A7C-8626BD157542}"/>
                </a:ext>
              </a:extLst>
            </p:cNvPr>
            <p:cNvSpPr/>
            <p:nvPr/>
          </p:nvSpPr>
          <p:spPr>
            <a:xfrm>
              <a:off x="1470809" y="4241787"/>
              <a:ext cx="230207" cy="2302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46" name="그림 4145">
              <a:extLst>
                <a:ext uri="{FF2B5EF4-FFF2-40B4-BE49-F238E27FC236}">
                  <a16:creationId xmlns:a16="http://schemas.microsoft.com/office/drawing/2014/main" id="{995F2E06-0CA5-F668-994A-2C3CAEFE0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</a:blip>
            <a:stretch>
              <a:fillRect/>
            </a:stretch>
          </p:blipFill>
          <p:spPr>
            <a:xfrm>
              <a:off x="1511179" y="4313497"/>
              <a:ext cx="149467" cy="107990"/>
            </a:xfrm>
            <a:prstGeom prst="rect">
              <a:avLst/>
            </a:prstGeom>
          </p:spPr>
        </p:pic>
      </p:grpSp>
      <p:grpSp>
        <p:nvGrpSpPr>
          <p:cNvPr id="4149" name="그룹 4148">
            <a:extLst>
              <a:ext uri="{FF2B5EF4-FFF2-40B4-BE49-F238E27FC236}">
                <a16:creationId xmlns:a16="http://schemas.microsoft.com/office/drawing/2014/main" id="{BCCF8A7B-A702-8301-CEA3-0B49C82E2B9A}"/>
              </a:ext>
            </a:extLst>
          </p:cNvPr>
          <p:cNvGrpSpPr/>
          <p:nvPr/>
        </p:nvGrpSpPr>
        <p:grpSpPr>
          <a:xfrm>
            <a:off x="2131272" y="9672401"/>
            <a:ext cx="518048" cy="260567"/>
            <a:chOff x="7257057" y="1627391"/>
            <a:chExt cx="411240" cy="206845"/>
          </a:xfrm>
        </p:grpSpPr>
        <p:sp>
          <p:nvSpPr>
            <p:cNvPr id="4150" name="타원 4149">
              <a:extLst>
                <a:ext uri="{FF2B5EF4-FFF2-40B4-BE49-F238E27FC236}">
                  <a16:creationId xmlns:a16="http://schemas.microsoft.com/office/drawing/2014/main" id="{5DADA2B7-E9D9-C70F-4AEE-689F85B3E522}"/>
                </a:ext>
              </a:extLst>
            </p:cNvPr>
            <p:cNvSpPr/>
            <p:nvPr/>
          </p:nvSpPr>
          <p:spPr>
            <a:xfrm>
              <a:off x="7257057" y="1634035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sp>
          <p:nvSpPr>
            <p:cNvPr id="4151" name="타원 4150">
              <a:extLst>
                <a:ext uri="{FF2B5EF4-FFF2-40B4-BE49-F238E27FC236}">
                  <a16:creationId xmlns:a16="http://schemas.microsoft.com/office/drawing/2014/main" id="{92BE6BC6-49DA-D0D5-1F39-537F5697E044}"/>
                </a:ext>
              </a:extLst>
            </p:cNvPr>
            <p:cNvSpPr/>
            <p:nvPr/>
          </p:nvSpPr>
          <p:spPr>
            <a:xfrm>
              <a:off x="7462838" y="1627391"/>
              <a:ext cx="199030" cy="19903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pic>
          <p:nvPicPr>
            <p:cNvPr id="4152" name="그림 4151">
              <a:extLst>
                <a:ext uri="{FF2B5EF4-FFF2-40B4-BE49-F238E27FC236}">
                  <a16:creationId xmlns:a16="http://schemas.microsoft.com/office/drawing/2014/main" id="{FB740373-43DF-B99D-5896-9474E3B68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rcRect r="58948"/>
            <a:stretch/>
          </p:blipFill>
          <p:spPr>
            <a:xfrm>
              <a:off x="7266582" y="1675726"/>
              <a:ext cx="167681" cy="158510"/>
            </a:xfrm>
            <a:prstGeom prst="rect">
              <a:avLst/>
            </a:prstGeom>
          </p:spPr>
        </p:pic>
        <p:pic>
          <p:nvPicPr>
            <p:cNvPr id="4154" name="그림 4153">
              <a:extLst>
                <a:ext uri="{FF2B5EF4-FFF2-40B4-BE49-F238E27FC236}">
                  <a16:creationId xmlns:a16="http://schemas.microsoft.com/office/drawing/2014/main" id="{2444E890-E1DF-FB12-31A3-AA0498C0A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l="51274"/>
            <a:stretch/>
          </p:blipFill>
          <p:spPr>
            <a:xfrm>
              <a:off x="7469267" y="1656353"/>
              <a:ext cx="199030" cy="158510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74C8E6C-A260-14B1-7AA9-052F5897A3CE}"/>
              </a:ext>
            </a:extLst>
          </p:cNvPr>
          <p:cNvGrpSpPr/>
          <p:nvPr/>
        </p:nvGrpSpPr>
        <p:grpSpPr>
          <a:xfrm>
            <a:off x="332246" y="4713653"/>
            <a:ext cx="6633447" cy="5716725"/>
            <a:chOff x="6032192" y="1762873"/>
            <a:chExt cx="5265801" cy="453808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9258AAD-8058-1F61-6C5C-4354EFF33EEF}"/>
                </a:ext>
              </a:extLst>
            </p:cNvPr>
            <p:cNvSpPr/>
            <p:nvPr/>
          </p:nvSpPr>
          <p:spPr>
            <a:xfrm>
              <a:off x="6032192" y="1762873"/>
              <a:ext cx="5265801" cy="45380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67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423DC7DF-EC15-B950-E6B0-03F339520D2D}"/>
                </a:ext>
              </a:extLst>
            </p:cNvPr>
            <p:cNvGrpSpPr/>
            <p:nvPr/>
          </p:nvGrpSpPr>
          <p:grpSpPr>
            <a:xfrm>
              <a:off x="6044121" y="1988607"/>
              <a:ext cx="5253872" cy="3638516"/>
              <a:chOff x="5978560" y="3424108"/>
              <a:chExt cx="5253872" cy="3638516"/>
            </a:xfrm>
          </p:grpSpPr>
          <p:pic>
            <p:nvPicPr>
              <p:cNvPr id="5122" name="Picture 2" descr="쇼핑몰 구현] 4. 회원정보 수정 삭제">
                <a:extLst>
                  <a:ext uri="{FF2B5EF4-FFF2-40B4-BE49-F238E27FC236}">
                    <a16:creationId xmlns:a16="http://schemas.microsoft.com/office/drawing/2014/main" id="{0BDD554C-D88D-3DCD-2FF9-D25434251C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47" b="24842"/>
              <a:stretch/>
            </p:blipFill>
            <p:spPr bwMode="auto">
              <a:xfrm>
                <a:off x="5978560" y="3424108"/>
                <a:ext cx="5253872" cy="36385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6D0A45-A292-2327-896C-1351992AD224}"/>
                  </a:ext>
                </a:extLst>
              </p:cNvPr>
              <p:cNvSpPr txBox="1"/>
              <p:nvPr/>
            </p:nvSpPr>
            <p:spPr>
              <a:xfrm>
                <a:off x="6404630" y="3925531"/>
                <a:ext cx="651514" cy="21184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ko-KR" altLang="en-US" sz="1134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닉네임</a:t>
                </a:r>
                <a:endParaRPr lang="ko-KR" altLang="en-US" sz="1134" dirty="0"/>
              </a:p>
            </p:txBody>
          </p:sp>
        </p:grpSp>
        <p:pic>
          <p:nvPicPr>
            <p:cNvPr id="10" name="Picture 2" descr="쇼핑몰 구현] 4. 회원정보 수정 삭제">
              <a:extLst>
                <a:ext uri="{FF2B5EF4-FFF2-40B4-BE49-F238E27FC236}">
                  <a16:creationId xmlns:a16="http://schemas.microsoft.com/office/drawing/2014/main" id="{522AA289-E7C2-56EB-E3B0-4ADE212A7D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55" t="90221" r="49749" b="2436"/>
            <a:stretch/>
          </p:blipFill>
          <p:spPr bwMode="auto">
            <a:xfrm>
              <a:off x="8551519" y="5740482"/>
              <a:ext cx="561975" cy="394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D01D40-6823-8AD8-5BF0-0D8F28A1C682}"/>
                </a:ext>
              </a:extLst>
            </p:cNvPr>
            <p:cNvSpPr txBox="1"/>
            <p:nvPr/>
          </p:nvSpPr>
          <p:spPr>
            <a:xfrm>
              <a:off x="7901056" y="2069659"/>
              <a:ext cx="1528072" cy="2349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323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 정보 수정</a:t>
              </a:r>
              <a:endParaRPr lang="ko-KR" altLang="en-US" sz="1323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A65C4B-33FB-15CA-8055-D3E15AAC13F4}"/>
                </a:ext>
              </a:extLst>
            </p:cNvPr>
            <p:cNvSpPr txBox="1"/>
            <p:nvPr/>
          </p:nvSpPr>
          <p:spPr>
            <a:xfrm>
              <a:off x="11055018" y="1802687"/>
              <a:ext cx="81894" cy="288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764" dirty="0"/>
                <a:t>X</a:t>
              </a:r>
              <a:endParaRPr lang="ko-KR" altLang="en-US" sz="1764" dirty="0"/>
            </a:p>
          </p:txBody>
        </p:sp>
      </p:grpSp>
      <p:sp>
        <p:nvSpPr>
          <p:cNvPr id="4139" name="TextBox 4138">
            <a:extLst>
              <a:ext uri="{FF2B5EF4-FFF2-40B4-BE49-F238E27FC236}">
                <a16:creationId xmlns:a16="http://schemas.microsoft.com/office/drawing/2014/main" id="{EA391D3A-492F-34AB-5445-894B39C92BDE}"/>
              </a:ext>
            </a:extLst>
          </p:cNvPr>
          <p:cNvSpPr txBox="1"/>
          <p:nvPr/>
        </p:nvSpPr>
        <p:spPr>
          <a:xfrm>
            <a:off x="2816410" y="5018740"/>
            <a:ext cx="299879" cy="2908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5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</a:defRPr>
            </a:lvl1pPr>
          </a:lstStyle>
          <a:p>
            <a:r>
              <a:rPr lang="ko-KR" altLang="en-US" sz="1890" dirty="0"/>
              <a:t>ⓑ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550BC6-4280-82BB-0C82-1C73DB9E2CE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230" y="722289"/>
            <a:ext cx="324772" cy="3334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016B9C0-3158-37B5-6849-E1DFEDA2BCD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1" y="705298"/>
            <a:ext cx="1006249" cy="367398"/>
          </a:xfrm>
          <a:prstGeom prst="rect">
            <a:avLst/>
          </a:prstGeom>
        </p:spPr>
      </p:pic>
      <p:pic>
        <p:nvPicPr>
          <p:cNvPr id="23" name="Picture 2" descr="유튜브로 배우는 ppt ] 뽀글이아저씨 일러스트 캐릭터 ppt 로 만들어보기 : 네이버 블로그">
            <a:extLst>
              <a:ext uri="{FF2B5EF4-FFF2-40B4-BE49-F238E27FC236}">
                <a16:creationId xmlns:a16="http://schemas.microsoft.com/office/drawing/2014/main" id="{2C7208F3-A45E-5314-045F-F78548CEE2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5" r="22445"/>
          <a:stretch/>
        </p:blipFill>
        <p:spPr bwMode="auto">
          <a:xfrm>
            <a:off x="1872841" y="3273507"/>
            <a:ext cx="1069964" cy="10920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ED1422E-A69D-F1F6-133F-284CFC9267DF}"/>
              </a:ext>
            </a:extLst>
          </p:cNvPr>
          <p:cNvSpPr/>
          <p:nvPr/>
        </p:nvSpPr>
        <p:spPr>
          <a:xfrm>
            <a:off x="4399880" y="3663373"/>
            <a:ext cx="928852" cy="31017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내 정보 수정 </a:t>
            </a:r>
            <a:r>
              <a:rPr lang="en-US" altLang="ko-KR" sz="882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rPr>
              <a:t>&gt;</a:t>
            </a:r>
            <a:endParaRPr lang="ko-KR" altLang="en-US" sz="882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9B47C9-71B2-8C1D-09D7-B72BC5E13EC2}"/>
              </a:ext>
            </a:extLst>
          </p:cNvPr>
          <p:cNvSpPr txBox="1"/>
          <p:nvPr/>
        </p:nvSpPr>
        <p:spPr>
          <a:xfrm>
            <a:off x="3095817" y="3461029"/>
            <a:ext cx="1360337" cy="29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닉네임</a:t>
            </a:r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lang="ko-KR" altLang="en-US" sz="13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F6E25F-FF8B-824C-6627-DC0EB47EBD42}"/>
              </a:ext>
            </a:extLst>
          </p:cNvPr>
          <p:cNvSpPr txBox="1"/>
          <p:nvPr/>
        </p:nvSpPr>
        <p:spPr>
          <a:xfrm>
            <a:off x="3095817" y="3819542"/>
            <a:ext cx="1360337" cy="29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아이디</a:t>
            </a:r>
            <a:r>
              <a:rPr lang="en-US" altLang="ko-KR" sz="13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endParaRPr lang="ko-KR" altLang="en-US" sz="13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B99DA3D-3258-209D-0581-2E1BA3550DDE}"/>
              </a:ext>
            </a:extLst>
          </p:cNvPr>
          <p:cNvSpPr/>
          <p:nvPr/>
        </p:nvSpPr>
        <p:spPr>
          <a:xfrm>
            <a:off x="-11741" y="14382044"/>
            <a:ext cx="7211054" cy="10976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CAD4E7-6F1C-F257-2630-91ADBFDF229D}"/>
              </a:ext>
            </a:extLst>
          </p:cNvPr>
          <p:cNvSpPr txBox="1"/>
          <p:nvPr/>
        </p:nvSpPr>
        <p:spPr>
          <a:xfrm>
            <a:off x="102413" y="15163112"/>
            <a:ext cx="195903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냉장고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3D63E-5E68-EB6C-9A21-8FB7AC4820C0}"/>
              </a:ext>
            </a:extLst>
          </p:cNvPr>
          <p:cNvSpPr txBox="1"/>
          <p:nvPr/>
        </p:nvSpPr>
        <p:spPr>
          <a:xfrm>
            <a:off x="5713176" y="15163112"/>
            <a:ext cx="105656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마이페이지 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B1F5F74B-6B56-4D10-5863-2E449D0078D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61" y="14567438"/>
            <a:ext cx="299565" cy="52873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24D09C0-FF90-1179-3A50-1EE79181897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44" y="14658116"/>
            <a:ext cx="555464" cy="34641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BE3B8A1-5CC6-4237-7590-2FBBEEA032C8}"/>
              </a:ext>
            </a:extLst>
          </p:cNvPr>
          <p:cNvSpPr txBox="1"/>
          <p:nvPr/>
        </p:nvSpPr>
        <p:spPr>
          <a:xfrm>
            <a:off x="1733775" y="15163112"/>
            <a:ext cx="220340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냉장고 요리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948F20A0-BEB0-7706-C331-31D95F46C4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87" y="14579721"/>
            <a:ext cx="449449" cy="5032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6F7A548-01BC-2607-9DE6-105F468234B8}"/>
              </a:ext>
            </a:extLst>
          </p:cNvPr>
          <p:cNvSpPr txBox="1"/>
          <p:nvPr/>
        </p:nvSpPr>
        <p:spPr>
          <a:xfrm>
            <a:off x="3711516" y="15163112"/>
            <a:ext cx="1639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요즘 인기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4B89DFA-5D55-B0E6-3A5F-123998178CF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41" y="14594657"/>
            <a:ext cx="430038" cy="4733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E323D2A-6727-A694-3A0A-C351BC2786F9}"/>
              </a:ext>
            </a:extLst>
          </p:cNvPr>
          <p:cNvSpPr txBox="1"/>
          <p:nvPr/>
        </p:nvSpPr>
        <p:spPr>
          <a:xfrm>
            <a:off x="-118714" y="-643623"/>
            <a:ext cx="6708213" cy="44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■ 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냉털이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앱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12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페이지 정의 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[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 정보 수정 </a:t>
            </a:r>
            <a:r>
              <a:rPr lang="ko-KR" altLang="en-US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팝업창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38C8F7-8DFA-F523-FA73-56B89D96EC3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98099" y="0"/>
            <a:ext cx="7295962" cy="1568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17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ABFF9-291E-27AD-E58D-E47B7ED6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코드 </a:t>
            </a:r>
            <a:r>
              <a:rPr lang="ko-KR" altLang="en-US" sz="32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알아둬야할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 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126C9A-EEC2-C02B-6A87-2BA2D84BC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구현 특징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b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b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b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공통 컴포넌트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  <a:p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상단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하단 네비게이션 </a:t>
            </a:r>
            <a:endParaRPr lang="en-US" altLang="ko-KR" sz="2267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버튼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ko-KR" sz="2267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입력창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레시피 </a:t>
            </a:r>
            <a:r>
              <a:rPr lang="ko-KR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카드</a:t>
            </a:r>
            <a:endParaRPr lang="en-US" altLang="ko-KR" sz="2267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2267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2267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2267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2267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2267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>
              <a:buNone/>
            </a:pP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lang="ko-KR" altLang="en-US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아직 하드코딩 된 내용</a:t>
            </a:r>
            <a:r>
              <a:rPr lang="en-US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ko-KR" altLang="en-US" sz="2000" b="1" dirty="0">
                <a:effectLst/>
              </a:rPr>
              <a:t>재료 태그 데이터</a:t>
            </a:r>
            <a:r>
              <a:rPr lang="en-US" altLang="ko-KR" sz="2000" dirty="0">
                <a:effectLst/>
              </a:rPr>
              <a:t>:</a:t>
            </a:r>
          </a:p>
          <a:p>
            <a:pPr>
              <a:buNone/>
            </a:pPr>
            <a:r>
              <a:rPr lang="ko-KR" altLang="en-US" sz="2000" dirty="0"/>
              <a:t>→ 지금은 </a:t>
            </a:r>
            <a:r>
              <a:rPr lang="en-US" altLang="ko-KR" sz="2000" dirty="0"/>
              <a:t>DB/</a:t>
            </a:r>
            <a:r>
              <a:rPr lang="ko-KR" altLang="en-US" sz="2000" dirty="0"/>
              <a:t>쿠키 연동 없이 </a:t>
            </a:r>
            <a:r>
              <a:rPr lang="ko-KR" altLang="en-US" sz="2000" b="1" dirty="0">
                <a:effectLst/>
              </a:rPr>
              <a:t>하드코딩 예시 데이터</a:t>
            </a:r>
            <a:r>
              <a:rPr lang="ko-KR" altLang="en-US" sz="2000" dirty="0"/>
              <a:t>로 구현→ 추후 자동완성</a:t>
            </a:r>
            <a:r>
              <a:rPr lang="en-US" altLang="ko-KR" sz="2000" dirty="0"/>
              <a:t>, DB, </a:t>
            </a:r>
            <a:r>
              <a:rPr lang="ko-KR" altLang="en-US" sz="2000" dirty="0"/>
              <a:t>쿠키 연동은 단계별로 추가</a:t>
            </a:r>
            <a:r>
              <a:rPr lang="ko-KR" altLang="ko-KR" sz="2267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2267" dirty="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300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F0C0-6489-F74F-E4FB-A4C43BB1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8B53D9C-8C38-61F7-B7B3-E723E48D58D6}"/>
              </a:ext>
            </a:extLst>
          </p:cNvPr>
          <p:cNvSpPr/>
          <p:nvPr/>
        </p:nvSpPr>
        <p:spPr>
          <a:xfrm>
            <a:off x="0" y="-1"/>
            <a:ext cx="7199313" cy="15479713"/>
          </a:xfrm>
          <a:prstGeom prst="rect">
            <a:avLst/>
          </a:prstGeom>
          <a:solidFill>
            <a:srgbClr val="FFF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14BBA8A-920A-88C2-152C-2AB51B9979EC}"/>
              </a:ext>
            </a:extLst>
          </p:cNvPr>
          <p:cNvSpPr/>
          <p:nvPr/>
        </p:nvSpPr>
        <p:spPr>
          <a:xfrm>
            <a:off x="1912611" y="10896600"/>
            <a:ext cx="3374090" cy="704107"/>
          </a:xfrm>
          <a:prstGeom prst="roundRect">
            <a:avLst>
              <a:gd name="adj" fmla="val 50000"/>
            </a:avLst>
          </a:prstGeom>
          <a:solidFill>
            <a:srgbClr val="FFECB7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A87C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누적 레시피 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A08092-1A5F-D402-8EE8-7D1D49FBF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52" y="4197900"/>
            <a:ext cx="5536898" cy="55368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BAB14C7-A5F6-05F1-8F5B-F5B3A0349764}"/>
              </a:ext>
            </a:extLst>
          </p:cNvPr>
          <p:cNvSpPr txBox="1"/>
          <p:nvPr/>
        </p:nvSpPr>
        <p:spPr>
          <a:xfrm>
            <a:off x="427831" y="12850438"/>
            <a:ext cx="6343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리뷰수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조회수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구독자수 등을 고려하여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검증된 레시피를 매일수집하고 있어요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99FE9F-8D35-171C-E756-DFAA7699C16D}"/>
              </a:ext>
            </a:extLst>
          </p:cNvPr>
          <p:cNvSpPr txBox="1"/>
          <p:nvPr/>
        </p:nvSpPr>
        <p:spPr>
          <a:xfrm>
            <a:off x="685800" y="11717741"/>
            <a:ext cx="58293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spc="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A87C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1,564,434</a:t>
            </a:r>
            <a:endParaRPr lang="ko-KR" altLang="en-US" sz="6000" spc="3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1B98EAB-8231-C1FD-BC75-3943B2832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" t="9688" r="1690" b="42564"/>
          <a:stretch/>
        </p:blipFill>
        <p:spPr>
          <a:xfrm>
            <a:off x="2121202" y="3656741"/>
            <a:ext cx="2984198" cy="50370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1FE447C-1CC5-9403-0E55-01B5A56FBD5A}"/>
              </a:ext>
            </a:extLst>
          </p:cNvPr>
          <p:cNvSpPr txBox="1"/>
          <p:nvPr/>
        </p:nvSpPr>
        <p:spPr>
          <a:xfrm>
            <a:off x="2919821" y="1558597"/>
            <a:ext cx="1359668" cy="1386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덜 버리고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덜 고민하고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더 맛있게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5403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E20B-74FE-94B8-9E5E-747BB89D5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3BAE8F-AC91-477D-06C7-39CE974343B5}"/>
              </a:ext>
            </a:extLst>
          </p:cNvPr>
          <p:cNvSpPr/>
          <p:nvPr/>
        </p:nvSpPr>
        <p:spPr>
          <a:xfrm>
            <a:off x="0" y="-1"/>
            <a:ext cx="7199313" cy="15479713"/>
          </a:xfrm>
          <a:prstGeom prst="rect">
            <a:avLst/>
          </a:prstGeom>
          <a:solidFill>
            <a:srgbClr val="FFF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5915887-5476-1842-6060-4568B9BC4436}"/>
              </a:ext>
            </a:extLst>
          </p:cNvPr>
          <p:cNvSpPr/>
          <p:nvPr/>
        </p:nvSpPr>
        <p:spPr>
          <a:xfrm>
            <a:off x="1912611" y="10896600"/>
            <a:ext cx="3374090" cy="704107"/>
          </a:xfrm>
          <a:prstGeom prst="roundRect">
            <a:avLst>
              <a:gd name="adj" fmla="val 50000"/>
            </a:avLst>
          </a:prstGeom>
          <a:solidFill>
            <a:srgbClr val="FFECB7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A87C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누적 레시피 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022E3A-A69C-0A87-30E3-A7C8E0897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52" y="4197900"/>
            <a:ext cx="5536898" cy="55368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085B2AA-D987-20D5-5EE9-9DAF46BC1ACD}"/>
              </a:ext>
            </a:extLst>
          </p:cNvPr>
          <p:cNvSpPr txBox="1"/>
          <p:nvPr/>
        </p:nvSpPr>
        <p:spPr>
          <a:xfrm>
            <a:off x="427831" y="12850438"/>
            <a:ext cx="6343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리뷰수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조회수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구독자수 등을 고려하여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검증된 레시피를 매일수집하고 있어요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55C174-8A96-4DEB-98E3-5F3FB31D575B}"/>
              </a:ext>
            </a:extLst>
          </p:cNvPr>
          <p:cNvSpPr txBox="1"/>
          <p:nvPr/>
        </p:nvSpPr>
        <p:spPr>
          <a:xfrm>
            <a:off x="685800" y="11717741"/>
            <a:ext cx="58293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spc="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A87C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1,564,434</a:t>
            </a:r>
            <a:endParaRPr lang="ko-KR" altLang="en-US" sz="6000" spc="3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ADF166F6-23D9-1FDB-EF6F-40EB2C42C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" t="9688" r="1690" b="42564"/>
          <a:stretch/>
        </p:blipFill>
        <p:spPr>
          <a:xfrm>
            <a:off x="2121202" y="3656741"/>
            <a:ext cx="2984198" cy="50370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D358B6F-C30F-4CE8-1B24-14F991576495}"/>
              </a:ext>
            </a:extLst>
          </p:cNvPr>
          <p:cNvSpPr txBox="1"/>
          <p:nvPr/>
        </p:nvSpPr>
        <p:spPr>
          <a:xfrm>
            <a:off x="2962301" y="1558597"/>
            <a:ext cx="1274708" cy="1396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Rix다이어리 M" panose="02020603020101020101" pitchFamily="18" charset="-127"/>
                <a:ea typeface="Rix다이어리 M" panose="02020603020101020101" pitchFamily="18" charset="-127"/>
              </a:rPr>
              <a:t>덜 버리고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Rix다이어리 M" panose="02020603020101020101" pitchFamily="18" charset="-127"/>
              <a:ea typeface="Rix다이어리 M" panose="02020603020101020101" pitchFamily="18" charset="-127"/>
            </a:endParaRPr>
          </a:p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Rix다이어리 M" panose="02020603020101020101" pitchFamily="18" charset="-127"/>
                <a:ea typeface="Rix다이어리 M" panose="02020603020101020101" pitchFamily="18" charset="-127"/>
              </a:rPr>
              <a:t>덜 고민하고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Rix다이어리 M" panose="02020603020101020101" pitchFamily="18" charset="-127"/>
              <a:ea typeface="Rix다이어리 M" panose="02020603020101020101" pitchFamily="18" charset="-127"/>
            </a:endParaRPr>
          </a:p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Rix다이어리 M" panose="02020603020101020101" pitchFamily="18" charset="-127"/>
                <a:ea typeface="Rix다이어리 M" panose="02020603020101020101" pitchFamily="18" charset="-127"/>
              </a:rPr>
              <a:t>더 맛있게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Rix다이어리 M" panose="02020603020101020101" pitchFamily="18" charset="-127"/>
              <a:ea typeface="Rix다이어리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882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9ABDA-CB83-AD3D-4855-F9843EEBC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6089180-F4C2-8D10-0800-FFBCCA7076D7}"/>
              </a:ext>
            </a:extLst>
          </p:cNvPr>
          <p:cNvSpPr/>
          <p:nvPr/>
        </p:nvSpPr>
        <p:spPr>
          <a:xfrm>
            <a:off x="0" y="-1"/>
            <a:ext cx="7199313" cy="15479713"/>
          </a:xfrm>
          <a:prstGeom prst="rect">
            <a:avLst/>
          </a:prstGeom>
          <a:solidFill>
            <a:srgbClr val="FFF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30A6344-AE55-9C0E-42EE-97F5581995A9}"/>
              </a:ext>
            </a:extLst>
          </p:cNvPr>
          <p:cNvSpPr/>
          <p:nvPr/>
        </p:nvSpPr>
        <p:spPr>
          <a:xfrm>
            <a:off x="1912611" y="10896600"/>
            <a:ext cx="3374090" cy="704107"/>
          </a:xfrm>
          <a:prstGeom prst="roundRect">
            <a:avLst>
              <a:gd name="adj" fmla="val 50000"/>
            </a:avLst>
          </a:prstGeom>
          <a:solidFill>
            <a:srgbClr val="FFECB7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A87C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누적 레시피 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39D116-DBC9-93F2-9061-6A6676B0121A}"/>
              </a:ext>
            </a:extLst>
          </p:cNvPr>
          <p:cNvSpPr txBox="1"/>
          <p:nvPr/>
        </p:nvSpPr>
        <p:spPr>
          <a:xfrm>
            <a:off x="427831" y="12850438"/>
            <a:ext cx="6343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리뷰수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조회수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구독자수 등을 고려하여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검증된 레시피를 매일수집하고 있어요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6FEDA2-A30D-7908-F62A-3C76EB181843}"/>
              </a:ext>
            </a:extLst>
          </p:cNvPr>
          <p:cNvSpPr txBox="1"/>
          <p:nvPr/>
        </p:nvSpPr>
        <p:spPr>
          <a:xfrm>
            <a:off x="685800" y="11717741"/>
            <a:ext cx="58293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spc="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A87C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1,564,434</a:t>
            </a:r>
            <a:endParaRPr lang="ko-KR" altLang="en-US" sz="6000" spc="3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0A87A5D1-0DBA-69CB-D385-92C3D3FDB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" t="9688" r="1690" b="42564"/>
          <a:stretch/>
        </p:blipFill>
        <p:spPr>
          <a:xfrm>
            <a:off x="2121202" y="3656741"/>
            <a:ext cx="2984198" cy="50370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758C923-57EF-1714-3210-99193176551F}"/>
              </a:ext>
            </a:extLst>
          </p:cNvPr>
          <p:cNvSpPr txBox="1"/>
          <p:nvPr/>
        </p:nvSpPr>
        <p:spPr>
          <a:xfrm>
            <a:off x="2919821" y="1820151"/>
            <a:ext cx="1359668" cy="1386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덜 버리고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덜 고민하고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더 맛있게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55E80B-FC76-366C-D147-F8B1E48C9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05" y="5422745"/>
            <a:ext cx="3374090" cy="349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06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94B84-2254-D7AE-2970-4BE07C91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14EC5C3-FD67-7826-3E06-4E8297D44446}"/>
              </a:ext>
            </a:extLst>
          </p:cNvPr>
          <p:cNvSpPr/>
          <p:nvPr/>
        </p:nvSpPr>
        <p:spPr>
          <a:xfrm>
            <a:off x="0" y="-1"/>
            <a:ext cx="7199313" cy="15479713"/>
          </a:xfrm>
          <a:prstGeom prst="rect">
            <a:avLst/>
          </a:prstGeom>
          <a:solidFill>
            <a:srgbClr val="FFF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82D1E2E-772A-D7DF-A4C0-840795B2FBCD}"/>
              </a:ext>
            </a:extLst>
          </p:cNvPr>
          <p:cNvSpPr/>
          <p:nvPr/>
        </p:nvSpPr>
        <p:spPr>
          <a:xfrm>
            <a:off x="1912611" y="10896600"/>
            <a:ext cx="3374090" cy="704107"/>
          </a:xfrm>
          <a:prstGeom prst="roundRect">
            <a:avLst>
              <a:gd name="adj" fmla="val 50000"/>
            </a:avLst>
          </a:prstGeom>
          <a:solidFill>
            <a:srgbClr val="FFECB7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A87C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누적 레시피 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19B747-2A29-6A8F-9E84-09EFCE3BC87D}"/>
              </a:ext>
            </a:extLst>
          </p:cNvPr>
          <p:cNvSpPr txBox="1"/>
          <p:nvPr/>
        </p:nvSpPr>
        <p:spPr>
          <a:xfrm>
            <a:off x="427831" y="12850438"/>
            <a:ext cx="6343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리뷰수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조회수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구독자수 등을 고려하여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검증된 레시피를 매일수집하고 있어요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43946A-8105-17DF-736F-42AF62147732}"/>
              </a:ext>
            </a:extLst>
          </p:cNvPr>
          <p:cNvSpPr txBox="1"/>
          <p:nvPr/>
        </p:nvSpPr>
        <p:spPr>
          <a:xfrm>
            <a:off x="685800" y="11717741"/>
            <a:ext cx="58293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spc="3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A87C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1,564,434</a:t>
            </a:r>
            <a:endParaRPr lang="ko-KR" altLang="en-US" sz="6000" spc="3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5B2798-41D8-EAB2-F593-149B81ECE7E1}"/>
              </a:ext>
            </a:extLst>
          </p:cNvPr>
          <p:cNvSpPr txBox="1"/>
          <p:nvPr/>
        </p:nvSpPr>
        <p:spPr>
          <a:xfrm>
            <a:off x="2919821" y="1820151"/>
            <a:ext cx="1359668" cy="1386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덜 버리고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덜 고민하고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algn="ctr">
              <a:lnSpc>
                <a:spcPts val="3500"/>
              </a:lnSpc>
            </a:pP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A3B3F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더 맛있게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A3B3F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45A2FD8-C04C-0153-DADA-04E86634DC86}"/>
              </a:ext>
            </a:extLst>
          </p:cNvPr>
          <p:cNvGrpSpPr/>
          <p:nvPr/>
        </p:nvGrpSpPr>
        <p:grpSpPr>
          <a:xfrm>
            <a:off x="1623300" y="4583112"/>
            <a:ext cx="3952710" cy="4678378"/>
            <a:chOff x="5321812" y="6801588"/>
            <a:chExt cx="3952710" cy="467837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608C656-38FB-FEEC-C5AE-230F0EE3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812" y="6801588"/>
              <a:ext cx="3952710" cy="394073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D062C90-5850-F581-E8BB-5993D0024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4" t="9688" r="1690" b="42564"/>
            <a:stretch/>
          </p:blipFill>
          <p:spPr>
            <a:xfrm>
              <a:off x="5597477" y="10905848"/>
              <a:ext cx="3401380" cy="5741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0139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15420</TotalTime>
  <Words>7082</Words>
  <Application>Microsoft Office PowerPoint</Application>
  <PresentationFormat>사용자 지정</PresentationFormat>
  <Paragraphs>1346</Paragraphs>
  <Slides>20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4" baseType="lpstr">
      <vt:lpstr>KoPub돋움체 Bold</vt:lpstr>
      <vt:lpstr>KoPub돋움체 Light</vt:lpstr>
      <vt:lpstr>KoPub돋움체 Medium</vt:lpstr>
      <vt:lpstr>Rix가시꽃 M</vt:lpstr>
      <vt:lpstr>Rix다이어리 M</vt:lpstr>
      <vt:lpstr>Segoe WPC</vt:lpstr>
      <vt:lpstr>맑은 고딕</vt:lpstr>
      <vt:lpstr>한컴 말랑말랑 Regular</vt:lpstr>
      <vt:lpstr>Arial</vt:lpstr>
      <vt:lpstr>Calibri</vt:lpstr>
      <vt:lpstr>Calibri Light</vt:lpstr>
      <vt:lpstr>Segoe UI Emoji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코드 알아둬야할 점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혜진 나</dc:creator>
  <cp:lastModifiedBy>혜진 나</cp:lastModifiedBy>
  <cp:revision>201</cp:revision>
  <dcterms:created xsi:type="dcterms:W3CDTF">2024-03-07T06:52:38Z</dcterms:created>
  <dcterms:modified xsi:type="dcterms:W3CDTF">2025-06-19T13:34:13Z</dcterms:modified>
</cp:coreProperties>
</file>